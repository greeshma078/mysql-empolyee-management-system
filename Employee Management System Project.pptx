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3"/>
  </p:notesMasterIdLst>
  <p:sldIdLst>
    <p:sldId id="298" r:id="rId2"/>
    <p:sldId id="256" r:id="rId3"/>
    <p:sldId id="257" r:id="rId4"/>
    <p:sldId id="299"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7" r:id="rId32"/>
  </p:sldIdLst>
  <p:sldSz cx="9144000" cy="5143500" type="screen16x9"/>
  <p:notesSz cx="6858000" cy="9144000"/>
  <p:embeddedFontLst>
    <p:embeddedFont>
      <p:font typeface="Montserrat" panose="00000500000000000000" pitchFamily="2" charset="0"/>
      <p:regular r:id="rId34"/>
      <p:bold r:id="rId35"/>
      <p:italic r:id="rId36"/>
      <p:boldItalic r:id="rId37"/>
    </p:embeddedFont>
    <p:embeddedFont>
      <p:font typeface="Myanmar Text" panose="020B0502040204020203" pitchFamily="34" charset="0"/>
      <p:regular r:id="rId38"/>
      <p:bold r:id="rId39"/>
    </p:embeddedFont>
    <p:embeddedFont>
      <p:font typeface="Public Sans"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88FE48-92F1-424A-AFE9-724D57AD8E5A}">
  <a:tblStyle styleId="{2188FE48-92F1-424A-AFE9-724D57AD8E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4996DB1-655F-4193-9DC6-C7BB915818D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67" name="Google Shape;36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83" name="Google Shape;5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539500"/>
            <a:ext cx="6784200" cy="1939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3800">
                <a:latin typeface="Montserrat"/>
                <a:ea typeface="Montserrat"/>
                <a:cs typeface="Montserrat"/>
                <a:sym typeface="Montserra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2707600"/>
            <a:ext cx="4528800" cy="431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Public Sans"/>
                <a:ea typeface="Public Sans"/>
                <a:cs typeface="Public Sans"/>
                <a:sym typeface="Public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cxnSp>
        <p:nvCxnSpPr>
          <p:cNvPr id="11" name="Google Shape;11;p2"/>
          <p:cNvCxnSpPr/>
          <p:nvPr/>
        </p:nvCxnSpPr>
        <p:spPr>
          <a:xfrm>
            <a:off x="-5400" y="4728850"/>
            <a:ext cx="9154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 name="Google Shape;18;p4"/>
          <p:cNvSpPr txBox="1">
            <a:spLocks noGrp="1"/>
          </p:cNvSpPr>
          <p:nvPr>
            <p:ph type="subTitle" idx="1"/>
          </p:nvPr>
        </p:nvSpPr>
        <p:spPr>
          <a:xfrm>
            <a:off x="720000" y="1210225"/>
            <a:ext cx="7704000" cy="3693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cxnSp>
        <p:nvCxnSpPr>
          <p:cNvPr id="19" name="Google Shape;19;p4"/>
          <p:cNvCxnSpPr/>
          <p:nvPr/>
        </p:nvCxnSpPr>
        <p:spPr>
          <a:xfrm>
            <a:off x="-5400" y="4728850"/>
            <a:ext cx="9154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cxnSp>
        <p:nvCxnSpPr>
          <p:cNvPr id="77" name="Google Shape;77;p8"/>
          <p:cNvCxnSpPr/>
          <p:nvPr/>
        </p:nvCxnSpPr>
        <p:spPr>
          <a:xfrm>
            <a:off x="-5400" y="4728850"/>
            <a:ext cx="9154800" cy="0"/>
          </a:xfrm>
          <a:prstGeom prst="straightConnector1">
            <a:avLst/>
          </a:prstGeom>
          <a:noFill/>
          <a:ln w="9525" cap="flat" cmpd="sng">
            <a:solidFill>
              <a:schemeClr val="dk1"/>
            </a:solidFill>
            <a:prstDash val="solid"/>
            <a:round/>
            <a:headEnd type="none" w="med" len="med"/>
            <a:tailEnd type="none" w="med" len="med"/>
          </a:ln>
        </p:spPr>
      </p:cxnSp>
      <p:sp>
        <p:nvSpPr>
          <p:cNvPr id="78" name="Google Shape;7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cxnSp>
        <p:nvCxnSpPr>
          <p:cNvPr id="80" name="Google Shape;80;p9"/>
          <p:cNvCxnSpPr/>
          <p:nvPr/>
        </p:nvCxnSpPr>
        <p:spPr>
          <a:xfrm>
            <a:off x="-5400" y="4728850"/>
            <a:ext cx="9154800" cy="0"/>
          </a:xfrm>
          <a:prstGeom prst="straightConnector1">
            <a:avLst/>
          </a:prstGeom>
          <a:noFill/>
          <a:ln w="9525" cap="flat" cmpd="sng">
            <a:solidFill>
              <a:schemeClr val="dk1"/>
            </a:solidFill>
            <a:prstDash val="solid"/>
            <a:round/>
            <a:headEnd type="none" w="med" len="med"/>
            <a:tailEnd type="none" w="med" len="med"/>
          </a:ln>
        </p:spPr>
      </p:cxnSp>
      <p:sp>
        <p:nvSpPr>
          <p:cNvPr id="81" name="Google Shape;81;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2" name="Google Shape;8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10"/>
          <p:cNvSpPr>
            <a:spLocks noGrp="1"/>
          </p:cNvSpPr>
          <p:nvPr>
            <p:ph type="pic" idx="2"/>
          </p:nvPr>
        </p:nvSpPr>
        <p:spPr>
          <a:xfrm>
            <a:off x="0" y="0"/>
            <a:ext cx="9144000" cy="5143500"/>
          </a:xfrm>
          <a:prstGeom prst="rect">
            <a:avLst/>
          </a:prstGeom>
          <a:noFill/>
          <a:ln>
            <a:noFill/>
          </a:ln>
        </p:spPr>
        <p:txBody>
          <a:bodyPr/>
          <a:lstStyle/>
          <a:p>
            <a:endParaRPr lang="en-IN"/>
          </a:p>
        </p:txBody>
      </p:sp>
      <p:sp>
        <p:nvSpPr>
          <p:cNvPr id="85" name="Google Shape;85;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48"/>
        <p:cNvGrpSpPr/>
        <p:nvPr/>
      </p:nvGrpSpPr>
      <p:grpSpPr>
        <a:xfrm>
          <a:off x="0" y="0"/>
          <a:ext cx="0" cy="0"/>
          <a:chOff x="0" y="0"/>
          <a:chExt cx="0" cy="0"/>
        </a:xfrm>
      </p:grpSpPr>
      <p:cxnSp>
        <p:nvCxnSpPr>
          <p:cNvPr id="349" name="Google Shape;349;p26"/>
          <p:cNvCxnSpPr/>
          <p:nvPr/>
        </p:nvCxnSpPr>
        <p:spPr>
          <a:xfrm>
            <a:off x="-5400" y="4728850"/>
            <a:ext cx="9154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50"/>
        <p:cNvGrpSpPr/>
        <p:nvPr/>
      </p:nvGrpSpPr>
      <p:grpSpPr>
        <a:xfrm>
          <a:off x="0" y="0"/>
          <a:ext cx="0" cy="0"/>
          <a:chOff x="0" y="0"/>
          <a:chExt cx="0" cy="0"/>
        </a:xfrm>
      </p:grpSpPr>
      <p:cxnSp>
        <p:nvCxnSpPr>
          <p:cNvPr id="351" name="Google Shape;351;p27"/>
          <p:cNvCxnSpPr/>
          <p:nvPr/>
        </p:nvCxnSpPr>
        <p:spPr>
          <a:xfrm>
            <a:off x="-5400" y="4728850"/>
            <a:ext cx="9154800" cy="0"/>
          </a:xfrm>
          <a:prstGeom prst="straightConnector1">
            <a:avLst/>
          </a:prstGeom>
          <a:noFill/>
          <a:ln w="9525" cap="flat" cmpd="sng">
            <a:solidFill>
              <a:schemeClr val="dk1"/>
            </a:solidFill>
            <a:prstDash val="solid"/>
            <a:round/>
            <a:headEnd type="none" w="med" len="med"/>
            <a:tailEnd type="none" w="med" len="med"/>
          </a:ln>
        </p:spPr>
      </p:cxnSp>
      <p:grpSp>
        <p:nvGrpSpPr>
          <p:cNvPr id="352" name="Google Shape;352;p27"/>
          <p:cNvGrpSpPr/>
          <p:nvPr/>
        </p:nvGrpSpPr>
        <p:grpSpPr>
          <a:xfrm>
            <a:off x="8424007" y="3877746"/>
            <a:ext cx="403888" cy="850857"/>
            <a:chOff x="8424007" y="3877746"/>
            <a:chExt cx="403888" cy="850857"/>
          </a:xfrm>
        </p:grpSpPr>
        <p:sp>
          <p:nvSpPr>
            <p:cNvPr id="353" name="Google Shape;353;p27"/>
            <p:cNvSpPr/>
            <p:nvPr/>
          </p:nvSpPr>
          <p:spPr>
            <a:xfrm>
              <a:off x="8448085" y="3930161"/>
              <a:ext cx="357884" cy="749786"/>
            </a:xfrm>
            <a:custGeom>
              <a:avLst/>
              <a:gdLst/>
              <a:ahLst/>
              <a:cxnLst/>
              <a:rect l="l" t="t" r="r" b="b"/>
              <a:pathLst>
                <a:path w="17138" h="35905" extrusionOk="0">
                  <a:moveTo>
                    <a:pt x="15450" y="186"/>
                  </a:moveTo>
                  <a:cubicBezTo>
                    <a:pt x="15629" y="319"/>
                    <a:pt x="16942" y="1416"/>
                    <a:pt x="16850" y="4855"/>
                  </a:cubicBezTo>
                  <a:cubicBezTo>
                    <a:pt x="16777" y="7553"/>
                    <a:pt x="15210" y="9546"/>
                    <a:pt x="13695" y="11474"/>
                  </a:cubicBezTo>
                  <a:cubicBezTo>
                    <a:pt x="13050" y="12293"/>
                    <a:pt x="12385" y="13140"/>
                    <a:pt x="11843" y="14028"/>
                  </a:cubicBezTo>
                  <a:cubicBezTo>
                    <a:pt x="10088" y="16655"/>
                    <a:pt x="9671" y="18412"/>
                    <a:pt x="11841" y="21874"/>
                  </a:cubicBezTo>
                  <a:cubicBezTo>
                    <a:pt x="12385" y="22765"/>
                    <a:pt x="13050" y="23611"/>
                    <a:pt x="13695" y="24430"/>
                  </a:cubicBezTo>
                  <a:cubicBezTo>
                    <a:pt x="15210" y="26358"/>
                    <a:pt x="16777" y="28351"/>
                    <a:pt x="16850" y="31048"/>
                  </a:cubicBezTo>
                  <a:cubicBezTo>
                    <a:pt x="16942" y="34488"/>
                    <a:pt x="15629" y="35584"/>
                    <a:pt x="15450" y="35719"/>
                  </a:cubicBezTo>
                  <a:lnTo>
                    <a:pt x="1688" y="35719"/>
                  </a:lnTo>
                  <a:cubicBezTo>
                    <a:pt x="1508" y="35584"/>
                    <a:pt x="195" y="34488"/>
                    <a:pt x="288" y="31048"/>
                  </a:cubicBezTo>
                  <a:cubicBezTo>
                    <a:pt x="361" y="28351"/>
                    <a:pt x="1928" y="26358"/>
                    <a:pt x="3443" y="24430"/>
                  </a:cubicBezTo>
                  <a:cubicBezTo>
                    <a:pt x="4087" y="23611"/>
                    <a:pt x="4752" y="22765"/>
                    <a:pt x="5292" y="21879"/>
                  </a:cubicBezTo>
                  <a:cubicBezTo>
                    <a:pt x="7068" y="19386"/>
                    <a:pt x="7521" y="17575"/>
                    <a:pt x="5296" y="14031"/>
                  </a:cubicBezTo>
                  <a:cubicBezTo>
                    <a:pt x="4752" y="13140"/>
                    <a:pt x="4087" y="12293"/>
                    <a:pt x="3443" y="11474"/>
                  </a:cubicBezTo>
                  <a:cubicBezTo>
                    <a:pt x="1928" y="9546"/>
                    <a:pt x="361" y="7554"/>
                    <a:pt x="288" y="4855"/>
                  </a:cubicBezTo>
                  <a:cubicBezTo>
                    <a:pt x="195" y="1416"/>
                    <a:pt x="1508" y="319"/>
                    <a:pt x="1688" y="186"/>
                  </a:cubicBezTo>
                  <a:close/>
                  <a:moveTo>
                    <a:pt x="1633" y="1"/>
                  </a:moveTo>
                  <a:lnTo>
                    <a:pt x="1610" y="15"/>
                  </a:lnTo>
                  <a:cubicBezTo>
                    <a:pt x="1544" y="56"/>
                    <a:pt x="0" y="1069"/>
                    <a:pt x="103" y="4861"/>
                  </a:cubicBezTo>
                  <a:cubicBezTo>
                    <a:pt x="177" y="7619"/>
                    <a:pt x="1763" y="9637"/>
                    <a:pt x="3297" y="11589"/>
                  </a:cubicBezTo>
                  <a:cubicBezTo>
                    <a:pt x="3938" y="12403"/>
                    <a:pt x="4600" y="13247"/>
                    <a:pt x="5139" y="14128"/>
                  </a:cubicBezTo>
                  <a:cubicBezTo>
                    <a:pt x="7322" y="17606"/>
                    <a:pt x="6904" y="19297"/>
                    <a:pt x="5138" y="21777"/>
                  </a:cubicBezTo>
                  <a:cubicBezTo>
                    <a:pt x="4600" y="22658"/>
                    <a:pt x="3938" y="23500"/>
                    <a:pt x="3297" y="24316"/>
                  </a:cubicBezTo>
                  <a:cubicBezTo>
                    <a:pt x="1763" y="26268"/>
                    <a:pt x="177" y="28284"/>
                    <a:pt x="103" y="31044"/>
                  </a:cubicBezTo>
                  <a:cubicBezTo>
                    <a:pt x="0" y="34836"/>
                    <a:pt x="1544" y="35849"/>
                    <a:pt x="1610" y="35890"/>
                  </a:cubicBezTo>
                  <a:lnTo>
                    <a:pt x="1633" y="35904"/>
                  </a:lnTo>
                  <a:lnTo>
                    <a:pt x="15505" y="35904"/>
                  </a:lnTo>
                  <a:lnTo>
                    <a:pt x="15527" y="35890"/>
                  </a:lnTo>
                  <a:cubicBezTo>
                    <a:pt x="15593" y="35849"/>
                    <a:pt x="17138" y="34836"/>
                    <a:pt x="17035" y="31044"/>
                  </a:cubicBezTo>
                  <a:cubicBezTo>
                    <a:pt x="16960" y="28284"/>
                    <a:pt x="15374" y="26268"/>
                    <a:pt x="13841" y="24315"/>
                  </a:cubicBezTo>
                  <a:cubicBezTo>
                    <a:pt x="13200" y="23500"/>
                    <a:pt x="12537" y="22658"/>
                    <a:pt x="11999" y="21777"/>
                  </a:cubicBezTo>
                  <a:lnTo>
                    <a:pt x="11999" y="21776"/>
                  </a:lnTo>
                  <a:cubicBezTo>
                    <a:pt x="9883" y="18400"/>
                    <a:pt x="10287" y="16689"/>
                    <a:pt x="11999" y="14127"/>
                  </a:cubicBezTo>
                  <a:cubicBezTo>
                    <a:pt x="12537" y="13246"/>
                    <a:pt x="13200" y="12403"/>
                    <a:pt x="13841" y="11589"/>
                  </a:cubicBezTo>
                  <a:cubicBezTo>
                    <a:pt x="15374" y="9637"/>
                    <a:pt x="16960" y="7619"/>
                    <a:pt x="17035" y="4861"/>
                  </a:cubicBezTo>
                  <a:cubicBezTo>
                    <a:pt x="17138" y="1069"/>
                    <a:pt x="15593" y="56"/>
                    <a:pt x="15527" y="15"/>
                  </a:cubicBezTo>
                  <a:lnTo>
                    <a:pt x="155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7"/>
            <p:cNvSpPr/>
            <p:nvPr/>
          </p:nvSpPr>
          <p:spPr>
            <a:xfrm>
              <a:off x="8465313" y="4119190"/>
              <a:ext cx="323428" cy="543175"/>
            </a:xfrm>
            <a:custGeom>
              <a:avLst/>
              <a:gdLst/>
              <a:ahLst/>
              <a:cxnLst/>
              <a:rect l="l" t="t" r="r" b="b"/>
              <a:pathLst>
                <a:path w="15488" h="26011" extrusionOk="0">
                  <a:moveTo>
                    <a:pt x="1591" y="0"/>
                  </a:moveTo>
                  <a:cubicBezTo>
                    <a:pt x="2043" y="675"/>
                    <a:pt x="2556" y="1330"/>
                    <a:pt x="3081" y="1999"/>
                  </a:cubicBezTo>
                  <a:cubicBezTo>
                    <a:pt x="3737" y="2833"/>
                    <a:pt x="4414" y="3695"/>
                    <a:pt x="4979" y="4618"/>
                  </a:cubicBezTo>
                  <a:cubicBezTo>
                    <a:pt x="5745" y="5840"/>
                    <a:pt x="6232" y="6901"/>
                    <a:pt x="6446" y="7902"/>
                  </a:cubicBezTo>
                  <a:lnTo>
                    <a:pt x="6661" y="13679"/>
                  </a:lnTo>
                  <a:cubicBezTo>
                    <a:pt x="6743" y="15884"/>
                    <a:pt x="5603" y="17929"/>
                    <a:pt x="3755" y="18916"/>
                  </a:cubicBezTo>
                  <a:cubicBezTo>
                    <a:pt x="1984" y="19861"/>
                    <a:pt x="95" y="21084"/>
                    <a:pt x="70" y="22016"/>
                  </a:cubicBezTo>
                  <a:cubicBezTo>
                    <a:pt x="0" y="24608"/>
                    <a:pt x="775" y="25688"/>
                    <a:pt x="1081" y="26011"/>
                  </a:cubicBezTo>
                  <a:lnTo>
                    <a:pt x="14408" y="26011"/>
                  </a:lnTo>
                  <a:cubicBezTo>
                    <a:pt x="14704" y="25699"/>
                    <a:pt x="15488" y="24622"/>
                    <a:pt x="15417" y="22016"/>
                  </a:cubicBezTo>
                  <a:lnTo>
                    <a:pt x="15418" y="22016"/>
                  </a:lnTo>
                  <a:cubicBezTo>
                    <a:pt x="15392" y="21094"/>
                    <a:pt x="13539" y="19884"/>
                    <a:pt x="11784" y="18943"/>
                  </a:cubicBezTo>
                  <a:cubicBezTo>
                    <a:pt x="9895" y="17931"/>
                    <a:pt x="8742" y="15822"/>
                    <a:pt x="8821" y="13565"/>
                  </a:cubicBezTo>
                  <a:lnTo>
                    <a:pt x="9018" y="7903"/>
                  </a:lnTo>
                  <a:cubicBezTo>
                    <a:pt x="9206" y="6807"/>
                    <a:pt x="9743" y="5766"/>
                    <a:pt x="10517" y="4606"/>
                  </a:cubicBezTo>
                  <a:cubicBezTo>
                    <a:pt x="11080" y="3687"/>
                    <a:pt x="11754" y="2829"/>
                    <a:pt x="12407" y="1999"/>
                  </a:cubicBezTo>
                  <a:cubicBezTo>
                    <a:pt x="12932" y="1330"/>
                    <a:pt x="13445" y="675"/>
                    <a:pt x="138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7"/>
            <p:cNvSpPr/>
            <p:nvPr/>
          </p:nvSpPr>
          <p:spPr>
            <a:xfrm>
              <a:off x="8441486" y="3881505"/>
              <a:ext cx="368931" cy="83175"/>
            </a:xfrm>
            <a:custGeom>
              <a:avLst/>
              <a:gdLst/>
              <a:ahLst/>
              <a:cxnLst/>
              <a:rect l="l" t="t" r="r" b="b"/>
              <a:pathLst>
                <a:path w="17667" h="3983" extrusionOk="0">
                  <a:moveTo>
                    <a:pt x="39" y="0"/>
                  </a:moveTo>
                  <a:cubicBezTo>
                    <a:pt x="18" y="0"/>
                    <a:pt x="0" y="18"/>
                    <a:pt x="0" y="38"/>
                  </a:cubicBezTo>
                  <a:lnTo>
                    <a:pt x="0" y="3945"/>
                  </a:lnTo>
                  <a:cubicBezTo>
                    <a:pt x="0" y="3966"/>
                    <a:pt x="18" y="3983"/>
                    <a:pt x="39" y="3983"/>
                  </a:cubicBezTo>
                  <a:lnTo>
                    <a:pt x="17629" y="3983"/>
                  </a:lnTo>
                  <a:cubicBezTo>
                    <a:pt x="17649" y="3983"/>
                    <a:pt x="17667" y="3966"/>
                    <a:pt x="17667" y="3945"/>
                  </a:cubicBezTo>
                  <a:lnTo>
                    <a:pt x="17667" y="38"/>
                  </a:lnTo>
                  <a:cubicBezTo>
                    <a:pt x="17667" y="18"/>
                    <a:pt x="17649" y="0"/>
                    <a:pt x="17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7"/>
            <p:cNvSpPr/>
            <p:nvPr/>
          </p:nvSpPr>
          <p:spPr>
            <a:xfrm>
              <a:off x="8441486" y="4645429"/>
              <a:ext cx="368931" cy="83175"/>
            </a:xfrm>
            <a:custGeom>
              <a:avLst/>
              <a:gdLst/>
              <a:ahLst/>
              <a:cxnLst/>
              <a:rect l="l" t="t" r="r" b="b"/>
              <a:pathLst>
                <a:path w="17667" h="3983" extrusionOk="0">
                  <a:moveTo>
                    <a:pt x="39" y="0"/>
                  </a:moveTo>
                  <a:cubicBezTo>
                    <a:pt x="18" y="0"/>
                    <a:pt x="0" y="16"/>
                    <a:pt x="0" y="38"/>
                  </a:cubicBezTo>
                  <a:lnTo>
                    <a:pt x="0" y="3945"/>
                  </a:lnTo>
                  <a:cubicBezTo>
                    <a:pt x="0" y="3965"/>
                    <a:pt x="18" y="3983"/>
                    <a:pt x="39" y="3983"/>
                  </a:cubicBezTo>
                  <a:lnTo>
                    <a:pt x="17629" y="3983"/>
                  </a:lnTo>
                  <a:cubicBezTo>
                    <a:pt x="17649" y="3983"/>
                    <a:pt x="17667" y="3965"/>
                    <a:pt x="17667" y="3945"/>
                  </a:cubicBezTo>
                  <a:lnTo>
                    <a:pt x="17667" y="38"/>
                  </a:lnTo>
                  <a:cubicBezTo>
                    <a:pt x="17667" y="16"/>
                    <a:pt x="17649" y="0"/>
                    <a:pt x="17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7"/>
            <p:cNvSpPr/>
            <p:nvPr/>
          </p:nvSpPr>
          <p:spPr>
            <a:xfrm>
              <a:off x="8424007" y="4662344"/>
              <a:ext cx="403888" cy="66260"/>
            </a:xfrm>
            <a:custGeom>
              <a:avLst/>
              <a:gdLst/>
              <a:ahLst/>
              <a:cxnLst/>
              <a:rect l="l" t="t" r="r" b="b"/>
              <a:pathLst>
                <a:path w="19341" h="3173" extrusionOk="0">
                  <a:moveTo>
                    <a:pt x="21" y="1"/>
                  </a:moveTo>
                  <a:cubicBezTo>
                    <a:pt x="9" y="1"/>
                    <a:pt x="0" y="10"/>
                    <a:pt x="0" y="21"/>
                  </a:cubicBezTo>
                  <a:lnTo>
                    <a:pt x="0" y="3152"/>
                  </a:lnTo>
                  <a:cubicBezTo>
                    <a:pt x="0" y="3163"/>
                    <a:pt x="9" y="3173"/>
                    <a:pt x="21" y="3173"/>
                  </a:cubicBezTo>
                  <a:lnTo>
                    <a:pt x="19320" y="3173"/>
                  </a:lnTo>
                  <a:cubicBezTo>
                    <a:pt x="19332" y="3173"/>
                    <a:pt x="19341" y="3163"/>
                    <a:pt x="19341" y="3152"/>
                  </a:cubicBezTo>
                  <a:lnTo>
                    <a:pt x="19341" y="21"/>
                  </a:lnTo>
                  <a:cubicBezTo>
                    <a:pt x="19341" y="10"/>
                    <a:pt x="19332" y="1"/>
                    <a:pt x="193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7"/>
            <p:cNvSpPr/>
            <p:nvPr/>
          </p:nvSpPr>
          <p:spPr>
            <a:xfrm>
              <a:off x="8424007" y="3877746"/>
              <a:ext cx="403888" cy="66260"/>
            </a:xfrm>
            <a:custGeom>
              <a:avLst/>
              <a:gdLst/>
              <a:ahLst/>
              <a:cxnLst/>
              <a:rect l="l" t="t" r="r" b="b"/>
              <a:pathLst>
                <a:path w="19341" h="3173" extrusionOk="0">
                  <a:moveTo>
                    <a:pt x="21" y="1"/>
                  </a:moveTo>
                  <a:cubicBezTo>
                    <a:pt x="9" y="1"/>
                    <a:pt x="0" y="10"/>
                    <a:pt x="0" y="21"/>
                  </a:cubicBezTo>
                  <a:lnTo>
                    <a:pt x="0" y="3152"/>
                  </a:lnTo>
                  <a:cubicBezTo>
                    <a:pt x="0" y="3164"/>
                    <a:pt x="9" y="3173"/>
                    <a:pt x="21" y="3173"/>
                  </a:cubicBezTo>
                  <a:lnTo>
                    <a:pt x="19320" y="3173"/>
                  </a:lnTo>
                  <a:cubicBezTo>
                    <a:pt x="19332" y="3173"/>
                    <a:pt x="19341" y="3164"/>
                    <a:pt x="19341" y="3152"/>
                  </a:cubicBezTo>
                  <a:lnTo>
                    <a:pt x="19341" y="21"/>
                  </a:lnTo>
                  <a:cubicBezTo>
                    <a:pt x="19341" y="10"/>
                    <a:pt x="19332" y="1"/>
                    <a:pt x="193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1pPr>
            <a:lvl2pPr marL="914400" lvl="1"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2pPr>
            <a:lvl3pPr marL="1371600" lvl="2"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3pPr>
            <a:lvl4pPr marL="1828800" lvl="3"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4pPr>
            <a:lvl5pPr marL="2286000" lvl="4"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5pPr>
            <a:lvl6pPr marL="2743200" lvl="5"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6pPr>
            <a:lvl7pPr marL="3200400" lvl="6"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7pPr>
            <a:lvl8pPr marL="3657600" lvl="7"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8pPr>
            <a:lvl9pPr marL="4114800" lvl="8" indent="-304800">
              <a:lnSpc>
                <a:spcPct val="100000"/>
              </a:lnSpc>
              <a:spcBef>
                <a:spcPts val="0"/>
              </a:spcBef>
              <a:spcAft>
                <a:spcPts val="0"/>
              </a:spcAft>
              <a:buClr>
                <a:schemeClr val="dk1"/>
              </a:buClr>
              <a:buSzPts val="1200"/>
              <a:buFont typeface="Public Sans"/>
              <a:buChar char="■"/>
              <a:defRPr sz="1200">
                <a:solidFill>
                  <a:schemeClr val="dk1"/>
                </a:solidFill>
                <a:latin typeface="Public Sans"/>
                <a:ea typeface="Public Sans"/>
                <a:cs typeface="Public Sans"/>
                <a:sym typeface="Public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5" r:id="rId4"/>
    <p:sldLayoutId id="2147483656" r:id="rId5"/>
    <p:sldLayoutId id="2147483658" r:id="rId6"/>
    <p:sldLayoutId id="2147483672" r:id="rId7"/>
    <p:sldLayoutId id="2147483673"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44AF656-0467-9F8F-94C8-D4F851AA0554}"/>
              </a:ext>
            </a:extLst>
          </p:cNvPr>
          <p:cNvPicPr>
            <a:picLocks noChangeAspect="1"/>
          </p:cNvPicPr>
          <p:nvPr/>
        </p:nvPicPr>
        <p:blipFill>
          <a:blip r:embed="rId2"/>
          <a:stretch>
            <a:fillRect/>
          </a:stretch>
        </p:blipFill>
        <p:spPr>
          <a:xfrm>
            <a:off x="0" y="30518"/>
            <a:ext cx="9144001" cy="5116332"/>
          </a:xfrm>
          <a:prstGeom prst="rect">
            <a:avLst/>
          </a:prstGeom>
        </p:spPr>
      </p:pic>
      <p:sp>
        <p:nvSpPr>
          <p:cNvPr id="14" name="TextBox 13">
            <a:extLst>
              <a:ext uri="{FF2B5EF4-FFF2-40B4-BE49-F238E27FC236}">
                <a16:creationId xmlns:a16="http://schemas.microsoft.com/office/drawing/2014/main" id="{9D3FE4E0-A56C-0C90-64F0-8FF0E963A3E5}"/>
              </a:ext>
            </a:extLst>
          </p:cNvPr>
          <p:cNvSpPr txBox="1"/>
          <p:nvPr/>
        </p:nvSpPr>
        <p:spPr>
          <a:xfrm>
            <a:off x="1112971" y="1553915"/>
            <a:ext cx="7366000" cy="584775"/>
          </a:xfrm>
          <a:prstGeom prst="rect">
            <a:avLst/>
          </a:prstGeom>
          <a:noFill/>
        </p:spPr>
        <p:txBody>
          <a:bodyPr wrap="square">
            <a:spAutoFit/>
          </a:bodyPr>
          <a:lstStyle/>
          <a:p>
            <a:pPr algn="ctr"/>
            <a:r>
              <a:rPr lang="en-US" sz="3200" b="1" dirty="0">
                <a:solidFill>
                  <a:srgbClr val="C00000"/>
                </a:solidFill>
                <a:latin typeface="Myanmar Text" panose="020B0502040204020203" pitchFamily="34" charset="0"/>
                <a:ea typeface="Yu Gothic UI Semibold" panose="020B0700000000000000" pitchFamily="34" charset="-128"/>
                <a:cs typeface="Myanmar Text" panose="020B0502040204020203" pitchFamily="34" charset="0"/>
              </a:rPr>
              <a:t>PRESENTATION ON</a:t>
            </a:r>
            <a:endParaRPr lang="en-IN" sz="3200" dirty="0">
              <a:latin typeface="Myanmar Text" panose="020B0502040204020203" pitchFamily="34" charset="0"/>
              <a:cs typeface="Myanmar Text" panose="020B0502040204020203" pitchFamily="34" charset="0"/>
            </a:endParaRPr>
          </a:p>
        </p:txBody>
      </p:sp>
      <p:pic>
        <p:nvPicPr>
          <p:cNvPr id="15" name="Picture 14">
            <a:extLst>
              <a:ext uri="{FF2B5EF4-FFF2-40B4-BE49-F238E27FC236}">
                <a16:creationId xmlns:a16="http://schemas.microsoft.com/office/drawing/2014/main" id="{170670F8-9CBF-15E7-9B4A-DD1E254B6C60}"/>
              </a:ext>
            </a:extLst>
          </p:cNvPr>
          <p:cNvPicPr>
            <a:picLocks noChangeAspect="1"/>
          </p:cNvPicPr>
          <p:nvPr/>
        </p:nvPicPr>
        <p:blipFill>
          <a:blip r:embed="rId3"/>
          <a:stretch>
            <a:fillRect/>
          </a:stretch>
        </p:blipFill>
        <p:spPr>
          <a:xfrm>
            <a:off x="0" y="0"/>
            <a:ext cx="1357162" cy="1375882"/>
          </a:xfrm>
          <a:prstGeom prst="rect">
            <a:avLst/>
          </a:prstGeom>
        </p:spPr>
      </p:pic>
      <p:pic>
        <p:nvPicPr>
          <p:cNvPr id="16" name="Picture 4" descr="data science course training in india hyderabad by innomatics research labs  (Ebook) - Read free for 30 days">
            <a:extLst>
              <a:ext uri="{FF2B5EF4-FFF2-40B4-BE49-F238E27FC236}">
                <a16:creationId xmlns:a16="http://schemas.microsoft.com/office/drawing/2014/main" id="{48C75F4F-943E-0570-529F-5FE653CDFC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2193"/>
          <a:stretch>
            <a:fillRect/>
          </a:stretch>
        </p:blipFill>
        <p:spPr bwMode="auto">
          <a:xfrm>
            <a:off x="2977094" y="178033"/>
            <a:ext cx="4377017" cy="87642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47A371CF-0FE2-7D83-E4A4-A6A8F5423CCC}"/>
              </a:ext>
            </a:extLst>
          </p:cNvPr>
          <p:cNvPicPr>
            <a:picLocks noChangeAspect="1"/>
          </p:cNvPicPr>
          <p:nvPr/>
        </p:nvPicPr>
        <p:blipFill>
          <a:blip r:embed="rId5"/>
          <a:stretch>
            <a:fillRect/>
          </a:stretch>
        </p:blipFill>
        <p:spPr>
          <a:xfrm>
            <a:off x="1443898" y="178033"/>
            <a:ext cx="1598860" cy="1293624"/>
          </a:xfrm>
          <a:prstGeom prst="rect">
            <a:avLst/>
          </a:prstGeom>
          <a:ln>
            <a:noFill/>
          </a:ln>
          <a:effectLst>
            <a:softEdge rad="112500"/>
          </a:effectLst>
        </p:spPr>
      </p:pic>
      <p:sp>
        <p:nvSpPr>
          <p:cNvPr id="19" name="TextBox 18">
            <a:extLst>
              <a:ext uri="{FF2B5EF4-FFF2-40B4-BE49-F238E27FC236}">
                <a16:creationId xmlns:a16="http://schemas.microsoft.com/office/drawing/2014/main" id="{5847C299-C52C-36B0-6AC2-9977D886A558}"/>
              </a:ext>
            </a:extLst>
          </p:cNvPr>
          <p:cNvSpPr txBox="1"/>
          <p:nvPr/>
        </p:nvSpPr>
        <p:spPr>
          <a:xfrm>
            <a:off x="1366971" y="2339326"/>
            <a:ext cx="7112000" cy="1323439"/>
          </a:xfrm>
          <a:prstGeom prst="rect">
            <a:avLst/>
          </a:prstGeom>
          <a:noFill/>
        </p:spPr>
        <p:txBody>
          <a:bodyPr wrap="square">
            <a:spAutoFit/>
          </a:bodyPr>
          <a:lstStyle/>
          <a:p>
            <a:pPr algn="ctr" fontAlgn="base"/>
            <a:r>
              <a:rPr lang="en-IN" sz="4000" b="1" cap="all" dirty="0">
                <a:latin typeface="Myanmar Text" panose="020B0502040204020203" pitchFamily="34" charset="0"/>
                <a:cs typeface="Myanmar Text" panose="020B0502040204020203" pitchFamily="34" charset="0"/>
              </a:rPr>
              <a:t>Employee management system</a:t>
            </a:r>
          </a:p>
        </p:txBody>
      </p:sp>
      <p:sp>
        <p:nvSpPr>
          <p:cNvPr id="21" name="TextBox 20">
            <a:extLst>
              <a:ext uri="{FF2B5EF4-FFF2-40B4-BE49-F238E27FC236}">
                <a16:creationId xmlns:a16="http://schemas.microsoft.com/office/drawing/2014/main" id="{EAEB7938-F2FC-4562-C900-4F83CD2DC1B3}"/>
              </a:ext>
            </a:extLst>
          </p:cNvPr>
          <p:cNvSpPr txBox="1"/>
          <p:nvPr/>
        </p:nvSpPr>
        <p:spPr>
          <a:xfrm>
            <a:off x="7052734" y="3727829"/>
            <a:ext cx="7112000" cy="1323439"/>
          </a:xfrm>
          <a:prstGeom prst="rect">
            <a:avLst/>
          </a:prstGeom>
          <a:noFill/>
        </p:spPr>
        <p:txBody>
          <a:bodyPr wrap="square">
            <a:spAutoFit/>
          </a:bodyPr>
          <a:lstStyle/>
          <a:p>
            <a:pPr algn="just"/>
            <a:r>
              <a:rPr lang="en-US" sz="2000" dirty="0">
                <a:latin typeface="Myanmar Text" panose="020B0502040204020203" pitchFamily="34" charset="0"/>
                <a:ea typeface="Yu Gothic UI Semibold" panose="020B0700000000000000" pitchFamily="34" charset="-128"/>
                <a:cs typeface="Myanmar Text" panose="020B0502040204020203" pitchFamily="34" charset="0"/>
              </a:rPr>
              <a:t>PRESENTED BY :</a:t>
            </a:r>
          </a:p>
          <a:p>
            <a:pPr algn="just"/>
            <a:r>
              <a:rPr lang="en-US" sz="2000" dirty="0">
                <a:latin typeface="Myanmar Text" panose="020B0502040204020203" pitchFamily="34" charset="0"/>
                <a:ea typeface="Yu Gothic UI Semibold" panose="020B0700000000000000" pitchFamily="34" charset="-128"/>
                <a:cs typeface="Myanmar Text" panose="020B0502040204020203" pitchFamily="34" charset="0"/>
              </a:rPr>
              <a:t>GREESHMA</a:t>
            </a:r>
          </a:p>
          <a:p>
            <a:pPr algn="just"/>
            <a:r>
              <a:rPr lang="en-US" sz="2000" dirty="0">
                <a:latin typeface="Myanmar Text" panose="020B0502040204020203" pitchFamily="34" charset="0"/>
                <a:ea typeface="Yu Gothic UI Semibold" panose="020B0700000000000000" pitchFamily="34" charset="-128"/>
                <a:cs typeface="Myanmar Text" panose="020B0502040204020203" pitchFamily="34" charset="0"/>
              </a:rPr>
              <a:t>SOWMYA</a:t>
            </a:r>
          </a:p>
          <a:p>
            <a:pPr algn="just"/>
            <a:r>
              <a:rPr lang="en-US" sz="2000" dirty="0">
                <a:latin typeface="Myanmar Text" panose="020B0502040204020203" pitchFamily="34" charset="0"/>
                <a:ea typeface="Yu Gothic UI Semibold" panose="020B0700000000000000" pitchFamily="34" charset="-128"/>
                <a:cs typeface="Myanmar Text" panose="020B0502040204020203" pitchFamily="34" charset="0"/>
              </a:rPr>
              <a:t>SANGEETHA</a:t>
            </a:r>
            <a:endParaRPr lang="en-US" sz="2000" dirty="0"/>
          </a:p>
        </p:txBody>
      </p:sp>
    </p:spTree>
    <p:extLst>
      <p:ext uri="{BB962C8B-B14F-4D97-AF65-F5344CB8AC3E}">
        <p14:creationId xmlns:p14="http://schemas.microsoft.com/office/powerpoint/2010/main" val="2864155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1"/>
          <p:cNvSpPr txBox="1">
            <a:spLocks noGrp="1"/>
          </p:cNvSpPr>
          <p:nvPr>
            <p:ph type="ctrTitle"/>
          </p:nvPr>
        </p:nvSpPr>
        <p:spPr>
          <a:xfrm>
            <a:off x="305010" y="1199200"/>
            <a:ext cx="6784200" cy="1939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dirty="0"/>
              <a:t>EMPLOYEE MANAGEMENT</a:t>
            </a:r>
            <a:br>
              <a:rPr lang="en" sz="4800" dirty="0"/>
            </a:br>
            <a:r>
              <a:rPr lang="en" sz="4800" dirty="0"/>
              <a:t>SYSTEM</a:t>
            </a:r>
            <a:endParaRPr sz="4800" dirty="0"/>
          </a:p>
        </p:txBody>
      </p:sp>
      <p:grpSp>
        <p:nvGrpSpPr>
          <p:cNvPr id="371" name="Google Shape;371;p31"/>
          <p:cNvGrpSpPr/>
          <p:nvPr/>
        </p:nvGrpSpPr>
        <p:grpSpPr>
          <a:xfrm>
            <a:off x="5982965" y="2479000"/>
            <a:ext cx="3028920" cy="2348254"/>
            <a:chOff x="5865015" y="2255682"/>
            <a:chExt cx="3028920" cy="2348254"/>
          </a:xfrm>
        </p:grpSpPr>
        <p:sp>
          <p:nvSpPr>
            <p:cNvPr id="372" name="Google Shape;372;p31"/>
            <p:cNvSpPr/>
            <p:nvPr/>
          </p:nvSpPr>
          <p:spPr>
            <a:xfrm>
              <a:off x="5879656" y="3127462"/>
              <a:ext cx="347462" cy="247369"/>
            </a:xfrm>
            <a:custGeom>
              <a:avLst/>
              <a:gdLst/>
              <a:ahLst/>
              <a:cxnLst/>
              <a:rect l="l" t="t" r="r" b="b"/>
              <a:pathLst>
                <a:path w="28146" h="20038" extrusionOk="0">
                  <a:moveTo>
                    <a:pt x="15026" y="1"/>
                  </a:moveTo>
                  <a:cubicBezTo>
                    <a:pt x="14873" y="1"/>
                    <a:pt x="14721" y="68"/>
                    <a:pt x="14626" y="238"/>
                  </a:cubicBezTo>
                  <a:cubicBezTo>
                    <a:pt x="13875" y="2944"/>
                    <a:pt x="18369" y="4890"/>
                    <a:pt x="17943" y="5939"/>
                  </a:cubicBezTo>
                  <a:cubicBezTo>
                    <a:pt x="17943" y="5939"/>
                    <a:pt x="6496" y="710"/>
                    <a:pt x="5025" y="311"/>
                  </a:cubicBezTo>
                  <a:cubicBezTo>
                    <a:pt x="4616" y="161"/>
                    <a:pt x="4246" y="96"/>
                    <a:pt x="3921" y="96"/>
                  </a:cubicBezTo>
                  <a:cubicBezTo>
                    <a:pt x="2202" y="96"/>
                    <a:pt x="1712" y="1910"/>
                    <a:pt x="3055" y="2695"/>
                  </a:cubicBezTo>
                  <a:cubicBezTo>
                    <a:pt x="2909" y="2643"/>
                    <a:pt x="2768" y="2619"/>
                    <a:pt x="2635" y="2619"/>
                  </a:cubicBezTo>
                  <a:cubicBezTo>
                    <a:pt x="1335" y="2619"/>
                    <a:pt x="731" y="4888"/>
                    <a:pt x="2864" y="5836"/>
                  </a:cubicBezTo>
                  <a:cubicBezTo>
                    <a:pt x="2739" y="5794"/>
                    <a:pt x="2608" y="5774"/>
                    <a:pt x="2476" y="5774"/>
                  </a:cubicBezTo>
                  <a:cubicBezTo>
                    <a:pt x="1281" y="5774"/>
                    <a:pt x="0" y="7406"/>
                    <a:pt x="2473" y="9051"/>
                  </a:cubicBezTo>
                  <a:cubicBezTo>
                    <a:pt x="2765" y="9231"/>
                    <a:pt x="4112" y="10003"/>
                    <a:pt x="4076" y="10003"/>
                  </a:cubicBezTo>
                  <a:cubicBezTo>
                    <a:pt x="4073" y="10003"/>
                    <a:pt x="4058" y="9996"/>
                    <a:pt x="4029" y="9982"/>
                  </a:cubicBezTo>
                  <a:cubicBezTo>
                    <a:pt x="3979" y="9963"/>
                    <a:pt x="3927" y="9953"/>
                    <a:pt x="3875" y="9953"/>
                  </a:cubicBezTo>
                  <a:cubicBezTo>
                    <a:pt x="3173" y="9953"/>
                    <a:pt x="2404" y="11657"/>
                    <a:pt x="4489" y="12945"/>
                  </a:cubicBezTo>
                  <a:cubicBezTo>
                    <a:pt x="4489" y="12945"/>
                    <a:pt x="12809" y="18926"/>
                    <a:pt x="17040" y="19508"/>
                  </a:cubicBezTo>
                  <a:cubicBezTo>
                    <a:pt x="17424" y="19560"/>
                    <a:pt x="19038" y="20037"/>
                    <a:pt x="20893" y="20037"/>
                  </a:cubicBezTo>
                  <a:cubicBezTo>
                    <a:pt x="23003" y="20037"/>
                    <a:pt x="25424" y="19421"/>
                    <a:pt x="26701" y="16862"/>
                  </a:cubicBezTo>
                  <a:cubicBezTo>
                    <a:pt x="28146" y="13968"/>
                    <a:pt x="26580" y="10938"/>
                    <a:pt x="25104" y="8983"/>
                  </a:cubicBezTo>
                  <a:cubicBezTo>
                    <a:pt x="24127" y="7690"/>
                    <a:pt x="21668" y="3754"/>
                    <a:pt x="15259" y="51"/>
                  </a:cubicBezTo>
                  <a:cubicBezTo>
                    <a:pt x="15186" y="19"/>
                    <a:pt x="15106" y="1"/>
                    <a:pt x="15026" y="1"/>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1"/>
            <p:cNvSpPr/>
            <p:nvPr/>
          </p:nvSpPr>
          <p:spPr>
            <a:xfrm>
              <a:off x="5929184" y="3250146"/>
              <a:ext cx="86180" cy="43504"/>
            </a:xfrm>
            <a:custGeom>
              <a:avLst/>
              <a:gdLst/>
              <a:ahLst/>
              <a:cxnLst/>
              <a:rect l="l" t="t" r="r" b="b"/>
              <a:pathLst>
                <a:path w="6981" h="3524" extrusionOk="0">
                  <a:moveTo>
                    <a:pt x="172" y="0"/>
                  </a:moveTo>
                  <a:lnTo>
                    <a:pt x="0" y="374"/>
                  </a:lnTo>
                  <a:lnTo>
                    <a:pt x="6809" y="3523"/>
                  </a:lnTo>
                  <a:lnTo>
                    <a:pt x="6980" y="3151"/>
                  </a:lnTo>
                  <a:lnTo>
                    <a:pt x="1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1"/>
            <p:cNvSpPr/>
            <p:nvPr/>
          </p:nvSpPr>
          <p:spPr>
            <a:xfrm>
              <a:off x="5913963" y="3198038"/>
              <a:ext cx="111858" cy="60281"/>
            </a:xfrm>
            <a:custGeom>
              <a:avLst/>
              <a:gdLst/>
              <a:ahLst/>
              <a:cxnLst/>
              <a:rect l="l" t="t" r="r" b="b"/>
              <a:pathLst>
                <a:path w="9061" h="4883" extrusionOk="0">
                  <a:moveTo>
                    <a:pt x="187" y="0"/>
                  </a:moveTo>
                  <a:lnTo>
                    <a:pt x="1" y="366"/>
                  </a:lnTo>
                  <a:lnTo>
                    <a:pt x="8873" y="4883"/>
                  </a:lnTo>
                  <a:lnTo>
                    <a:pt x="9061" y="4518"/>
                  </a:lnTo>
                  <a:lnTo>
                    <a:pt x="187"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1"/>
            <p:cNvSpPr/>
            <p:nvPr/>
          </p:nvSpPr>
          <p:spPr>
            <a:xfrm>
              <a:off x="5916864" y="3158435"/>
              <a:ext cx="124820" cy="63441"/>
            </a:xfrm>
            <a:custGeom>
              <a:avLst/>
              <a:gdLst/>
              <a:ahLst/>
              <a:cxnLst/>
              <a:rect l="l" t="t" r="r" b="b"/>
              <a:pathLst>
                <a:path w="10111" h="5139" extrusionOk="0">
                  <a:moveTo>
                    <a:pt x="178" y="0"/>
                  </a:moveTo>
                  <a:lnTo>
                    <a:pt x="0" y="369"/>
                  </a:lnTo>
                  <a:lnTo>
                    <a:pt x="9933" y="5139"/>
                  </a:lnTo>
                  <a:lnTo>
                    <a:pt x="10110" y="4770"/>
                  </a:lnTo>
                  <a:lnTo>
                    <a:pt x="178"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1"/>
            <p:cNvSpPr/>
            <p:nvPr/>
          </p:nvSpPr>
          <p:spPr>
            <a:xfrm>
              <a:off x="6008785" y="3203223"/>
              <a:ext cx="42096" cy="102809"/>
            </a:xfrm>
            <a:custGeom>
              <a:avLst/>
              <a:gdLst/>
              <a:ahLst/>
              <a:cxnLst/>
              <a:rect l="l" t="t" r="r" b="b"/>
              <a:pathLst>
                <a:path w="3410" h="8328" extrusionOk="0">
                  <a:moveTo>
                    <a:pt x="3043" y="0"/>
                  </a:moveTo>
                  <a:cubicBezTo>
                    <a:pt x="1403" y="3251"/>
                    <a:pt x="406" y="5950"/>
                    <a:pt x="0" y="8257"/>
                  </a:cubicBezTo>
                  <a:lnTo>
                    <a:pt x="403" y="8328"/>
                  </a:lnTo>
                  <a:cubicBezTo>
                    <a:pt x="804" y="6062"/>
                    <a:pt x="1787" y="3398"/>
                    <a:pt x="3410" y="185"/>
                  </a:cubicBezTo>
                  <a:lnTo>
                    <a:pt x="3043"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1"/>
            <p:cNvSpPr/>
            <p:nvPr/>
          </p:nvSpPr>
          <p:spPr>
            <a:xfrm>
              <a:off x="6081707" y="3200038"/>
              <a:ext cx="48726" cy="96501"/>
            </a:xfrm>
            <a:custGeom>
              <a:avLst/>
              <a:gdLst/>
              <a:ahLst/>
              <a:cxnLst/>
              <a:rect l="l" t="t" r="r" b="b"/>
              <a:pathLst>
                <a:path w="3947" h="7817" extrusionOk="0">
                  <a:moveTo>
                    <a:pt x="1380" y="0"/>
                  </a:moveTo>
                  <a:lnTo>
                    <a:pt x="1380" y="0"/>
                  </a:lnTo>
                  <a:cubicBezTo>
                    <a:pt x="1366" y="47"/>
                    <a:pt x="1" y="4712"/>
                    <a:pt x="3681" y="7816"/>
                  </a:cubicBezTo>
                  <a:lnTo>
                    <a:pt x="3946" y="7503"/>
                  </a:lnTo>
                  <a:cubicBezTo>
                    <a:pt x="476" y="4576"/>
                    <a:pt x="1759" y="163"/>
                    <a:pt x="1772" y="119"/>
                  </a:cubicBezTo>
                  <a:lnTo>
                    <a:pt x="13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1"/>
            <p:cNvSpPr/>
            <p:nvPr/>
          </p:nvSpPr>
          <p:spPr>
            <a:xfrm>
              <a:off x="6364617" y="3323253"/>
              <a:ext cx="858015" cy="433137"/>
            </a:xfrm>
            <a:custGeom>
              <a:avLst/>
              <a:gdLst/>
              <a:ahLst/>
              <a:cxnLst/>
              <a:rect l="l" t="t" r="r" b="b"/>
              <a:pathLst>
                <a:path w="69503" h="35086" extrusionOk="0">
                  <a:moveTo>
                    <a:pt x="56104" y="1"/>
                  </a:moveTo>
                  <a:cubicBezTo>
                    <a:pt x="54850" y="1"/>
                    <a:pt x="53535" y="136"/>
                    <a:pt x="52178" y="393"/>
                  </a:cubicBezTo>
                  <a:lnTo>
                    <a:pt x="52067" y="414"/>
                  </a:lnTo>
                  <a:cubicBezTo>
                    <a:pt x="51372" y="556"/>
                    <a:pt x="50736" y="725"/>
                    <a:pt x="50139" y="928"/>
                  </a:cubicBezTo>
                  <a:lnTo>
                    <a:pt x="12426" y="14476"/>
                  </a:lnTo>
                  <a:lnTo>
                    <a:pt x="12427" y="14495"/>
                  </a:lnTo>
                  <a:lnTo>
                    <a:pt x="11935" y="14614"/>
                  </a:lnTo>
                  <a:cubicBezTo>
                    <a:pt x="10612" y="14918"/>
                    <a:pt x="9370" y="15416"/>
                    <a:pt x="8244" y="16094"/>
                  </a:cubicBezTo>
                  <a:cubicBezTo>
                    <a:pt x="1498" y="20158"/>
                    <a:pt x="1" y="27408"/>
                    <a:pt x="6582" y="32671"/>
                  </a:cubicBezTo>
                  <a:cubicBezTo>
                    <a:pt x="8605" y="34289"/>
                    <a:pt x="11209" y="35085"/>
                    <a:pt x="13869" y="35085"/>
                  </a:cubicBezTo>
                  <a:cubicBezTo>
                    <a:pt x="14333" y="35085"/>
                    <a:pt x="14798" y="35061"/>
                    <a:pt x="15262" y="35013"/>
                  </a:cubicBezTo>
                  <a:lnTo>
                    <a:pt x="15461" y="34993"/>
                  </a:lnTo>
                  <a:cubicBezTo>
                    <a:pt x="16057" y="34919"/>
                    <a:pt x="16552" y="34830"/>
                    <a:pt x="17029" y="34711"/>
                  </a:cubicBezTo>
                  <a:lnTo>
                    <a:pt x="54993" y="24098"/>
                  </a:lnTo>
                  <a:cubicBezTo>
                    <a:pt x="57359" y="23813"/>
                    <a:pt x="59556" y="23009"/>
                    <a:pt x="61509" y="21712"/>
                  </a:cubicBezTo>
                  <a:cubicBezTo>
                    <a:pt x="67033" y="18044"/>
                    <a:pt x="69503" y="12581"/>
                    <a:pt x="66965" y="6782"/>
                  </a:cubicBezTo>
                  <a:cubicBezTo>
                    <a:pt x="64874" y="2006"/>
                    <a:pt x="60933" y="1"/>
                    <a:pt x="561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6098076" y="3250566"/>
              <a:ext cx="161300" cy="172620"/>
            </a:xfrm>
            <a:custGeom>
              <a:avLst/>
              <a:gdLst/>
              <a:ahLst/>
              <a:cxnLst/>
              <a:rect l="l" t="t" r="r" b="b"/>
              <a:pathLst>
                <a:path w="13066" h="13983" extrusionOk="0">
                  <a:moveTo>
                    <a:pt x="9277" y="0"/>
                  </a:moveTo>
                  <a:cubicBezTo>
                    <a:pt x="8517" y="3090"/>
                    <a:pt x="1784" y="10007"/>
                    <a:pt x="0" y="10698"/>
                  </a:cubicBezTo>
                  <a:lnTo>
                    <a:pt x="3789" y="13983"/>
                  </a:lnTo>
                  <a:lnTo>
                    <a:pt x="13066" y="3286"/>
                  </a:lnTo>
                  <a:lnTo>
                    <a:pt x="92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6122433" y="3280873"/>
              <a:ext cx="600436" cy="474431"/>
            </a:xfrm>
            <a:custGeom>
              <a:avLst/>
              <a:gdLst/>
              <a:ahLst/>
              <a:cxnLst/>
              <a:rect l="l" t="t" r="r" b="b"/>
              <a:pathLst>
                <a:path w="48638" h="38431" extrusionOk="0">
                  <a:moveTo>
                    <a:pt x="11629" y="0"/>
                  </a:moveTo>
                  <a:cubicBezTo>
                    <a:pt x="11181" y="0"/>
                    <a:pt x="10779" y="81"/>
                    <a:pt x="10428" y="252"/>
                  </a:cubicBezTo>
                  <a:lnTo>
                    <a:pt x="1550" y="11325"/>
                  </a:lnTo>
                  <a:cubicBezTo>
                    <a:pt x="0" y="15478"/>
                    <a:pt x="16394" y="27331"/>
                    <a:pt x="25853" y="35866"/>
                  </a:cubicBezTo>
                  <a:cubicBezTo>
                    <a:pt x="28095" y="37654"/>
                    <a:pt x="30480" y="38430"/>
                    <a:pt x="32732" y="38430"/>
                  </a:cubicBezTo>
                  <a:cubicBezTo>
                    <a:pt x="41735" y="38430"/>
                    <a:pt x="48638" y="26040"/>
                    <a:pt x="35997" y="16352"/>
                  </a:cubicBezTo>
                  <a:cubicBezTo>
                    <a:pt x="27371" y="10023"/>
                    <a:pt x="16629" y="0"/>
                    <a:pt x="116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6141025" y="3283749"/>
              <a:ext cx="112673" cy="139400"/>
            </a:xfrm>
            <a:custGeom>
              <a:avLst/>
              <a:gdLst/>
              <a:ahLst/>
              <a:cxnLst/>
              <a:rect l="l" t="t" r="r" b="b"/>
              <a:pathLst>
                <a:path w="9127" h="11292" extrusionOk="0">
                  <a:moveTo>
                    <a:pt x="8718" y="1"/>
                  </a:moveTo>
                  <a:cubicBezTo>
                    <a:pt x="8397" y="3579"/>
                    <a:pt x="2650" y="10298"/>
                    <a:pt x="0" y="10892"/>
                  </a:cubicBezTo>
                  <a:lnTo>
                    <a:pt x="90" y="11292"/>
                  </a:lnTo>
                  <a:cubicBezTo>
                    <a:pt x="2910" y="10660"/>
                    <a:pt x="8786" y="3826"/>
                    <a:pt x="9127" y="38"/>
                  </a:cubicBezTo>
                  <a:lnTo>
                    <a:pt x="87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6543447" y="3483726"/>
              <a:ext cx="33208" cy="43788"/>
            </a:xfrm>
            <a:custGeom>
              <a:avLst/>
              <a:gdLst/>
              <a:ahLst/>
              <a:cxnLst/>
              <a:rect l="l" t="t" r="r" b="b"/>
              <a:pathLst>
                <a:path w="2690" h="3547" extrusionOk="0">
                  <a:moveTo>
                    <a:pt x="1973" y="1"/>
                  </a:moveTo>
                  <a:cubicBezTo>
                    <a:pt x="1899" y="1"/>
                    <a:pt x="1833" y="40"/>
                    <a:pt x="1795" y="106"/>
                  </a:cubicBezTo>
                  <a:lnTo>
                    <a:pt x="1" y="3348"/>
                  </a:lnTo>
                  <a:lnTo>
                    <a:pt x="360" y="3547"/>
                  </a:lnTo>
                  <a:lnTo>
                    <a:pt x="1864" y="829"/>
                  </a:lnTo>
                  <a:lnTo>
                    <a:pt x="2285" y="3488"/>
                  </a:lnTo>
                  <a:lnTo>
                    <a:pt x="2689" y="3425"/>
                  </a:lnTo>
                  <a:lnTo>
                    <a:pt x="2178" y="174"/>
                  </a:lnTo>
                  <a:cubicBezTo>
                    <a:pt x="2164" y="88"/>
                    <a:pt x="2097" y="19"/>
                    <a:pt x="2011" y="4"/>
                  </a:cubicBezTo>
                  <a:cubicBezTo>
                    <a:pt x="1998" y="2"/>
                    <a:pt x="1986" y="1"/>
                    <a:pt x="19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865015" y="3118746"/>
              <a:ext cx="264961" cy="351697"/>
            </a:xfrm>
            <a:custGeom>
              <a:avLst/>
              <a:gdLst/>
              <a:ahLst/>
              <a:cxnLst/>
              <a:rect l="l" t="t" r="r" b="b"/>
              <a:pathLst>
                <a:path w="21463" h="28489" extrusionOk="0">
                  <a:moveTo>
                    <a:pt x="2740" y="1"/>
                  </a:moveTo>
                  <a:cubicBezTo>
                    <a:pt x="2740" y="1"/>
                    <a:pt x="1796" y="1140"/>
                    <a:pt x="2077" y="3342"/>
                  </a:cubicBezTo>
                  <a:cubicBezTo>
                    <a:pt x="3070" y="9390"/>
                    <a:pt x="9262" y="11008"/>
                    <a:pt x="9415" y="14271"/>
                  </a:cubicBezTo>
                  <a:cubicBezTo>
                    <a:pt x="9567" y="17533"/>
                    <a:pt x="0" y="19266"/>
                    <a:pt x="2454" y="28489"/>
                  </a:cubicBezTo>
                  <a:lnTo>
                    <a:pt x="19008" y="28489"/>
                  </a:lnTo>
                  <a:cubicBezTo>
                    <a:pt x="21463" y="19266"/>
                    <a:pt x="12066" y="17533"/>
                    <a:pt x="12218" y="14271"/>
                  </a:cubicBezTo>
                  <a:cubicBezTo>
                    <a:pt x="12371" y="11008"/>
                    <a:pt x="18563" y="9390"/>
                    <a:pt x="19556" y="3342"/>
                  </a:cubicBezTo>
                  <a:cubicBezTo>
                    <a:pt x="19837" y="1140"/>
                    <a:pt x="18894" y="1"/>
                    <a:pt x="188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1"/>
            <p:cNvSpPr/>
            <p:nvPr/>
          </p:nvSpPr>
          <p:spPr>
            <a:xfrm>
              <a:off x="5885693" y="3094340"/>
              <a:ext cx="225691" cy="26826"/>
            </a:xfrm>
            <a:custGeom>
              <a:avLst/>
              <a:gdLst/>
              <a:ahLst/>
              <a:cxnLst/>
              <a:rect l="l" t="t" r="r" b="b"/>
              <a:pathLst>
                <a:path w="18282" h="2173" extrusionOk="0">
                  <a:moveTo>
                    <a:pt x="0" y="0"/>
                  </a:moveTo>
                  <a:lnTo>
                    <a:pt x="0" y="2172"/>
                  </a:lnTo>
                  <a:lnTo>
                    <a:pt x="18282" y="2172"/>
                  </a:lnTo>
                  <a:lnTo>
                    <a:pt x="182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1"/>
            <p:cNvSpPr/>
            <p:nvPr/>
          </p:nvSpPr>
          <p:spPr>
            <a:xfrm>
              <a:off x="5875175" y="3077366"/>
              <a:ext cx="246740" cy="16987"/>
            </a:xfrm>
            <a:custGeom>
              <a:avLst/>
              <a:gdLst/>
              <a:ahLst/>
              <a:cxnLst/>
              <a:rect l="l" t="t" r="r" b="b"/>
              <a:pathLst>
                <a:path w="19987" h="1376" extrusionOk="0">
                  <a:moveTo>
                    <a:pt x="1" y="0"/>
                  </a:moveTo>
                  <a:lnTo>
                    <a:pt x="1" y="1375"/>
                  </a:lnTo>
                  <a:lnTo>
                    <a:pt x="19987" y="1375"/>
                  </a:lnTo>
                  <a:lnTo>
                    <a:pt x="199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1"/>
            <p:cNvSpPr/>
            <p:nvPr/>
          </p:nvSpPr>
          <p:spPr>
            <a:xfrm>
              <a:off x="5885693" y="3468011"/>
              <a:ext cx="225691" cy="26826"/>
            </a:xfrm>
            <a:custGeom>
              <a:avLst/>
              <a:gdLst/>
              <a:ahLst/>
              <a:cxnLst/>
              <a:rect l="l" t="t" r="r" b="b"/>
              <a:pathLst>
                <a:path w="18282" h="2173" extrusionOk="0">
                  <a:moveTo>
                    <a:pt x="0" y="1"/>
                  </a:moveTo>
                  <a:lnTo>
                    <a:pt x="0" y="2172"/>
                  </a:lnTo>
                  <a:lnTo>
                    <a:pt x="18282" y="2172"/>
                  </a:lnTo>
                  <a:lnTo>
                    <a:pt x="182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1"/>
            <p:cNvSpPr/>
            <p:nvPr/>
          </p:nvSpPr>
          <p:spPr>
            <a:xfrm>
              <a:off x="5875175" y="3494824"/>
              <a:ext cx="246740" cy="16974"/>
            </a:xfrm>
            <a:custGeom>
              <a:avLst/>
              <a:gdLst/>
              <a:ahLst/>
              <a:cxnLst/>
              <a:rect l="l" t="t" r="r" b="b"/>
              <a:pathLst>
                <a:path w="19987" h="1375" extrusionOk="0">
                  <a:moveTo>
                    <a:pt x="1" y="0"/>
                  </a:moveTo>
                  <a:lnTo>
                    <a:pt x="1" y="1374"/>
                  </a:lnTo>
                  <a:lnTo>
                    <a:pt x="19987" y="1374"/>
                  </a:lnTo>
                  <a:lnTo>
                    <a:pt x="199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1"/>
            <p:cNvSpPr/>
            <p:nvPr/>
          </p:nvSpPr>
          <p:spPr>
            <a:xfrm>
              <a:off x="5885693" y="3492281"/>
              <a:ext cx="225716" cy="5098"/>
            </a:xfrm>
            <a:custGeom>
              <a:avLst/>
              <a:gdLst/>
              <a:ahLst/>
              <a:cxnLst/>
              <a:rect l="l" t="t" r="r" b="b"/>
              <a:pathLst>
                <a:path w="18284" h="413" extrusionOk="0">
                  <a:moveTo>
                    <a:pt x="0" y="1"/>
                  </a:moveTo>
                  <a:lnTo>
                    <a:pt x="0" y="412"/>
                  </a:lnTo>
                  <a:lnTo>
                    <a:pt x="18283" y="412"/>
                  </a:lnTo>
                  <a:lnTo>
                    <a:pt x="182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1"/>
            <p:cNvSpPr/>
            <p:nvPr/>
          </p:nvSpPr>
          <p:spPr>
            <a:xfrm>
              <a:off x="5885693" y="3091797"/>
              <a:ext cx="225716" cy="5074"/>
            </a:xfrm>
            <a:custGeom>
              <a:avLst/>
              <a:gdLst/>
              <a:ahLst/>
              <a:cxnLst/>
              <a:rect l="l" t="t" r="r" b="b"/>
              <a:pathLst>
                <a:path w="18284" h="411" extrusionOk="0">
                  <a:moveTo>
                    <a:pt x="0" y="1"/>
                  </a:moveTo>
                  <a:lnTo>
                    <a:pt x="0" y="411"/>
                  </a:lnTo>
                  <a:lnTo>
                    <a:pt x="18283" y="411"/>
                  </a:lnTo>
                  <a:lnTo>
                    <a:pt x="182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1"/>
            <p:cNvSpPr/>
            <p:nvPr/>
          </p:nvSpPr>
          <p:spPr>
            <a:xfrm>
              <a:off x="5900408" y="3220518"/>
              <a:ext cx="194224" cy="239653"/>
            </a:xfrm>
            <a:custGeom>
              <a:avLst/>
              <a:gdLst/>
              <a:ahLst/>
              <a:cxnLst/>
              <a:rect l="l" t="t" r="r" b="b"/>
              <a:pathLst>
                <a:path w="15733" h="19413" extrusionOk="0">
                  <a:moveTo>
                    <a:pt x="2762" y="0"/>
                  </a:moveTo>
                  <a:cubicBezTo>
                    <a:pt x="3300" y="562"/>
                    <a:pt x="3865" y="1078"/>
                    <a:pt x="4409" y="1571"/>
                  </a:cubicBezTo>
                  <a:cubicBezTo>
                    <a:pt x="5909" y="2936"/>
                    <a:pt x="7327" y="4224"/>
                    <a:pt x="7411" y="5989"/>
                  </a:cubicBezTo>
                  <a:cubicBezTo>
                    <a:pt x="7429" y="6397"/>
                    <a:pt x="7371" y="7140"/>
                    <a:pt x="7275" y="8015"/>
                  </a:cubicBezTo>
                  <a:cubicBezTo>
                    <a:pt x="6928" y="11142"/>
                    <a:pt x="4919" y="13873"/>
                    <a:pt x="1958" y="15207"/>
                  </a:cubicBezTo>
                  <a:lnTo>
                    <a:pt x="189" y="16005"/>
                  </a:lnTo>
                  <a:cubicBezTo>
                    <a:pt x="3" y="16994"/>
                    <a:pt x="0" y="18114"/>
                    <a:pt x="274" y="19413"/>
                  </a:cubicBezTo>
                  <a:lnTo>
                    <a:pt x="15454" y="19413"/>
                  </a:lnTo>
                  <a:cubicBezTo>
                    <a:pt x="15730" y="18114"/>
                    <a:pt x="15733" y="16994"/>
                    <a:pt x="15555" y="16005"/>
                  </a:cubicBezTo>
                  <a:lnTo>
                    <a:pt x="13760" y="15186"/>
                  </a:lnTo>
                  <a:cubicBezTo>
                    <a:pt x="10886" y="13876"/>
                    <a:pt x="8930" y="11210"/>
                    <a:pt x="8622" y="8163"/>
                  </a:cubicBezTo>
                  <a:cubicBezTo>
                    <a:pt x="8527" y="7222"/>
                    <a:pt x="8468" y="6417"/>
                    <a:pt x="8488" y="5989"/>
                  </a:cubicBezTo>
                  <a:cubicBezTo>
                    <a:pt x="8572" y="4224"/>
                    <a:pt x="9990" y="2936"/>
                    <a:pt x="11490" y="1571"/>
                  </a:cubicBezTo>
                  <a:cubicBezTo>
                    <a:pt x="12034" y="1078"/>
                    <a:pt x="12599" y="564"/>
                    <a:pt x="131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1"/>
            <p:cNvSpPr/>
            <p:nvPr/>
          </p:nvSpPr>
          <p:spPr>
            <a:xfrm>
              <a:off x="6006946" y="3157546"/>
              <a:ext cx="133437" cy="61984"/>
            </a:xfrm>
            <a:custGeom>
              <a:avLst/>
              <a:gdLst/>
              <a:ahLst/>
              <a:cxnLst/>
              <a:rect l="l" t="t" r="r" b="b"/>
              <a:pathLst>
                <a:path w="10809" h="5021" extrusionOk="0">
                  <a:moveTo>
                    <a:pt x="1462" y="0"/>
                  </a:moveTo>
                  <a:cubicBezTo>
                    <a:pt x="804" y="0"/>
                    <a:pt x="538" y="172"/>
                    <a:pt x="434" y="485"/>
                  </a:cubicBezTo>
                  <a:cubicBezTo>
                    <a:pt x="310" y="867"/>
                    <a:pt x="0" y="2817"/>
                    <a:pt x="2443" y="3517"/>
                  </a:cubicBezTo>
                  <a:lnTo>
                    <a:pt x="7878" y="5016"/>
                  </a:lnTo>
                  <a:cubicBezTo>
                    <a:pt x="7897" y="5019"/>
                    <a:pt x="7916" y="5021"/>
                    <a:pt x="7936" y="5021"/>
                  </a:cubicBezTo>
                  <a:cubicBezTo>
                    <a:pt x="8839" y="5021"/>
                    <a:pt x="10809" y="1953"/>
                    <a:pt x="10809" y="1953"/>
                  </a:cubicBezTo>
                  <a:cubicBezTo>
                    <a:pt x="10809" y="1953"/>
                    <a:pt x="9914" y="934"/>
                    <a:pt x="8145" y="745"/>
                  </a:cubicBezTo>
                  <a:lnTo>
                    <a:pt x="1953" y="26"/>
                  </a:lnTo>
                  <a:cubicBezTo>
                    <a:pt x="1769" y="9"/>
                    <a:pt x="1606" y="0"/>
                    <a:pt x="1462"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1"/>
            <p:cNvSpPr/>
            <p:nvPr/>
          </p:nvSpPr>
          <p:spPr>
            <a:xfrm>
              <a:off x="6016908" y="3161657"/>
              <a:ext cx="32751" cy="10629"/>
            </a:xfrm>
            <a:custGeom>
              <a:avLst/>
              <a:gdLst/>
              <a:ahLst/>
              <a:cxnLst/>
              <a:rect l="l" t="t" r="r" b="b"/>
              <a:pathLst>
                <a:path w="2653" h="861" extrusionOk="0">
                  <a:moveTo>
                    <a:pt x="2263" y="1"/>
                  </a:moveTo>
                  <a:cubicBezTo>
                    <a:pt x="2261" y="7"/>
                    <a:pt x="2083" y="450"/>
                    <a:pt x="1216" y="450"/>
                  </a:cubicBezTo>
                  <a:cubicBezTo>
                    <a:pt x="929" y="450"/>
                    <a:pt x="567" y="401"/>
                    <a:pt x="112" y="273"/>
                  </a:cubicBezTo>
                  <a:lnTo>
                    <a:pt x="1" y="668"/>
                  </a:lnTo>
                  <a:cubicBezTo>
                    <a:pt x="492" y="807"/>
                    <a:pt x="894" y="861"/>
                    <a:pt x="1223" y="861"/>
                  </a:cubicBezTo>
                  <a:cubicBezTo>
                    <a:pt x="2398" y="861"/>
                    <a:pt x="2641" y="169"/>
                    <a:pt x="2652" y="131"/>
                  </a:cubicBezTo>
                  <a:lnTo>
                    <a:pt x="2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1"/>
            <p:cNvSpPr/>
            <p:nvPr/>
          </p:nvSpPr>
          <p:spPr>
            <a:xfrm>
              <a:off x="8476118" y="3128647"/>
              <a:ext cx="347462" cy="246184"/>
            </a:xfrm>
            <a:custGeom>
              <a:avLst/>
              <a:gdLst/>
              <a:ahLst/>
              <a:cxnLst/>
              <a:rect l="l" t="t" r="r" b="b"/>
              <a:pathLst>
                <a:path w="28146" h="19942" extrusionOk="0">
                  <a:moveTo>
                    <a:pt x="24225" y="0"/>
                  </a:moveTo>
                  <a:cubicBezTo>
                    <a:pt x="23900" y="0"/>
                    <a:pt x="23530" y="65"/>
                    <a:pt x="23121" y="215"/>
                  </a:cubicBezTo>
                  <a:cubicBezTo>
                    <a:pt x="21650" y="614"/>
                    <a:pt x="10203" y="5843"/>
                    <a:pt x="10203" y="5843"/>
                  </a:cubicBezTo>
                  <a:cubicBezTo>
                    <a:pt x="9925" y="5160"/>
                    <a:pt x="8905" y="4417"/>
                    <a:pt x="7804" y="4417"/>
                  </a:cubicBezTo>
                  <a:cubicBezTo>
                    <a:pt x="7214" y="4417"/>
                    <a:pt x="6601" y="4630"/>
                    <a:pt x="6066" y="5181"/>
                  </a:cubicBezTo>
                  <a:cubicBezTo>
                    <a:pt x="4442" y="6855"/>
                    <a:pt x="3545" y="8221"/>
                    <a:pt x="3043" y="8887"/>
                  </a:cubicBezTo>
                  <a:cubicBezTo>
                    <a:pt x="1566" y="10842"/>
                    <a:pt x="1" y="13871"/>
                    <a:pt x="1446" y="16765"/>
                  </a:cubicBezTo>
                  <a:lnTo>
                    <a:pt x="1446" y="16766"/>
                  </a:lnTo>
                  <a:cubicBezTo>
                    <a:pt x="2723" y="19325"/>
                    <a:pt x="5144" y="19941"/>
                    <a:pt x="7253" y="19941"/>
                  </a:cubicBezTo>
                  <a:cubicBezTo>
                    <a:pt x="9108" y="19941"/>
                    <a:pt x="10723" y="19464"/>
                    <a:pt x="11106" y="19412"/>
                  </a:cubicBezTo>
                  <a:cubicBezTo>
                    <a:pt x="15337" y="18830"/>
                    <a:pt x="23657" y="12849"/>
                    <a:pt x="23657" y="12849"/>
                  </a:cubicBezTo>
                  <a:cubicBezTo>
                    <a:pt x="25742" y="11561"/>
                    <a:pt x="24972" y="9857"/>
                    <a:pt x="24271" y="9857"/>
                  </a:cubicBezTo>
                  <a:cubicBezTo>
                    <a:pt x="24219" y="9857"/>
                    <a:pt x="24168" y="9867"/>
                    <a:pt x="24117" y="9886"/>
                  </a:cubicBezTo>
                  <a:cubicBezTo>
                    <a:pt x="24089" y="9900"/>
                    <a:pt x="24074" y="9907"/>
                    <a:pt x="24071" y="9907"/>
                  </a:cubicBezTo>
                  <a:cubicBezTo>
                    <a:pt x="24035" y="9907"/>
                    <a:pt x="25382" y="9135"/>
                    <a:pt x="25673" y="8955"/>
                  </a:cubicBezTo>
                  <a:cubicBezTo>
                    <a:pt x="28146" y="7310"/>
                    <a:pt x="26865" y="5678"/>
                    <a:pt x="25671" y="5678"/>
                  </a:cubicBezTo>
                  <a:cubicBezTo>
                    <a:pt x="25539" y="5678"/>
                    <a:pt x="25407" y="5698"/>
                    <a:pt x="25283" y="5740"/>
                  </a:cubicBezTo>
                  <a:cubicBezTo>
                    <a:pt x="27414" y="4792"/>
                    <a:pt x="26810" y="2523"/>
                    <a:pt x="25511" y="2523"/>
                  </a:cubicBezTo>
                  <a:cubicBezTo>
                    <a:pt x="25378" y="2523"/>
                    <a:pt x="25237" y="2547"/>
                    <a:pt x="25091" y="2599"/>
                  </a:cubicBezTo>
                  <a:cubicBezTo>
                    <a:pt x="26435" y="1814"/>
                    <a:pt x="25944" y="0"/>
                    <a:pt x="24225"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1"/>
            <p:cNvSpPr/>
            <p:nvPr/>
          </p:nvSpPr>
          <p:spPr>
            <a:xfrm>
              <a:off x="8687872" y="3250307"/>
              <a:ext cx="86230" cy="43442"/>
            </a:xfrm>
            <a:custGeom>
              <a:avLst/>
              <a:gdLst/>
              <a:ahLst/>
              <a:cxnLst/>
              <a:rect l="l" t="t" r="r" b="b"/>
              <a:pathLst>
                <a:path w="6985" h="3519" extrusionOk="0">
                  <a:moveTo>
                    <a:pt x="6812" y="0"/>
                  </a:moveTo>
                  <a:lnTo>
                    <a:pt x="1" y="3146"/>
                  </a:lnTo>
                  <a:lnTo>
                    <a:pt x="173" y="3519"/>
                  </a:lnTo>
                  <a:lnTo>
                    <a:pt x="6984" y="373"/>
                  </a:lnTo>
                  <a:lnTo>
                    <a:pt x="6812"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1"/>
            <p:cNvSpPr/>
            <p:nvPr/>
          </p:nvSpPr>
          <p:spPr>
            <a:xfrm>
              <a:off x="8677416" y="3198161"/>
              <a:ext cx="111870" cy="60244"/>
            </a:xfrm>
            <a:custGeom>
              <a:avLst/>
              <a:gdLst/>
              <a:ahLst/>
              <a:cxnLst/>
              <a:rect l="l" t="t" r="r" b="b"/>
              <a:pathLst>
                <a:path w="9062" h="4880" extrusionOk="0">
                  <a:moveTo>
                    <a:pt x="8876" y="0"/>
                  </a:moveTo>
                  <a:lnTo>
                    <a:pt x="1" y="4514"/>
                  </a:lnTo>
                  <a:lnTo>
                    <a:pt x="186" y="4880"/>
                  </a:lnTo>
                  <a:lnTo>
                    <a:pt x="9062" y="366"/>
                  </a:lnTo>
                  <a:lnTo>
                    <a:pt x="8876"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1"/>
            <p:cNvSpPr/>
            <p:nvPr/>
          </p:nvSpPr>
          <p:spPr>
            <a:xfrm>
              <a:off x="8661503" y="3158114"/>
              <a:ext cx="124820" cy="63429"/>
            </a:xfrm>
            <a:custGeom>
              <a:avLst/>
              <a:gdLst/>
              <a:ahLst/>
              <a:cxnLst/>
              <a:rect l="l" t="t" r="r" b="b"/>
              <a:pathLst>
                <a:path w="10111" h="5138" extrusionOk="0">
                  <a:moveTo>
                    <a:pt x="9934" y="1"/>
                  </a:moveTo>
                  <a:lnTo>
                    <a:pt x="1" y="4769"/>
                  </a:lnTo>
                  <a:lnTo>
                    <a:pt x="178" y="5138"/>
                  </a:lnTo>
                  <a:lnTo>
                    <a:pt x="10111" y="370"/>
                  </a:lnTo>
                  <a:lnTo>
                    <a:pt x="9934" y="1"/>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p:cNvSpPr/>
            <p:nvPr/>
          </p:nvSpPr>
          <p:spPr>
            <a:xfrm>
              <a:off x="8652343" y="3203223"/>
              <a:ext cx="42121" cy="102809"/>
            </a:xfrm>
            <a:custGeom>
              <a:avLst/>
              <a:gdLst/>
              <a:ahLst/>
              <a:cxnLst/>
              <a:rect l="l" t="t" r="r" b="b"/>
              <a:pathLst>
                <a:path w="3412" h="8328" extrusionOk="0">
                  <a:moveTo>
                    <a:pt x="367" y="0"/>
                  </a:moveTo>
                  <a:lnTo>
                    <a:pt x="0" y="185"/>
                  </a:lnTo>
                  <a:cubicBezTo>
                    <a:pt x="1624" y="3400"/>
                    <a:pt x="2608" y="6064"/>
                    <a:pt x="3007" y="8328"/>
                  </a:cubicBezTo>
                  <a:lnTo>
                    <a:pt x="3411" y="8257"/>
                  </a:lnTo>
                  <a:cubicBezTo>
                    <a:pt x="3005" y="5952"/>
                    <a:pt x="2009" y="3251"/>
                    <a:pt x="367" y="0"/>
                  </a:cubicBez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p:cNvSpPr/>
            <p:nvPr/>
          </p:nvSpPr>
          <p:spPr>
            <a:xfrm>
              <a:off x="8572804" y="3200038"/>
              <a:ext cx="48713" cy="96501"/>
            </a:xfrm>
            <a:custGeom>
              <a:avLst/>
              <a:gdLst/>
              <a:ahLst/>
              <a:cxnLst/>
              <a:rect l="l" t="t" r="r" b="b"/>
              <a:pathLst>
                <a:path w="3946" h="7817" extrusionOk="0">
                  <a:moveTo>
                    <a:pt x="2567" y="0"/>
                  </a:moveTo>
                  <a:lnTo>
                    <a:pt x="2175" y="119"/>
                  </a:lnTo>
                  <a:cubicBezTo>
                    <a:pt x="2188" y="163"/>
                    <a:pt x="3477" y="4570"/>
                    <a:pt x="1" y="7501"/>
                  </a:cubicBezTo>
                  <a:lnTo>
                    <a:pt x="266" y="7816"/>
                  </a:lnTo>
                  <a:lnTo>
                    <a:pt x="266" y="7815"/>
                  </a:lnTo>
                  <a:cubicBezTo>
                    <a:pt x="3945" y="4712"/>
                    <a:pt x="2581" y="47"/>
                    <a:pt x="2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1"/>
            <p:cNvSpPr/>
            <p:nvPr/>
          </p:nvSpPr>
          <p:spPr>
            <a:xfrm>
              <a:off x="7480605" y="3323253"/>
              <a:ext cx="858015" cy="433137"/>
            </a:xfrm>
            <a:custGeom>
              <a:avLst/>
              <a:gdLst/>
              <a:ahLst/>
              <a:cxnLst/>
              <a:rect l="l" t="t" r="r" b="b"/>
              <a:pathLst>
                <a:path w="69503" h="35086" extrusionOk="0">
                  <a:moveTo>
                    <a:pt x="13398" y="1"/>
                  </a:moveTo>
                  <a:cubicBezTo>
                    <a:pt x="8570" y="1"/>
                    <a:pt x="4628" y="2006"/>
                    <a:pt x="2538" y="6782"/>
                  </a:cubicBezTo>
                  <a:cubicBezTo>
                    <a:pt x="0" y="12581"/>
                    <a:pt x="2470" y="18044"/>
                    <a:pt x="7994" y="21712"/>
                  </a:cubicBezTo>
                  <a:cubicBezTo>
                    <a:pt x="9947" y="23009"/>
                    <a:pt x="12144" y="23813"/>
                    <a:pt x="14511" y="24098"/>
                  </a:cubicBezTo>
                  <a:lnTo>
                    <a:pt x="52474" y="34711"/>
                  </a:lnTo>
                  <a:cubicBezTo>
                    <a:pt x="52950" y="34830"/>
                    <a:pt x="53447" y="34919"/>
                    <a:pt x="54043" y="34993"/>
                  </a:cubicBezTo>
                  <a:lnTo>
                    <a:pt x="54240" y="35013"/>
                  </a:lnTo>
                  <a:cubicBezTo>
                    <a:pt x="54704" y="35061"/>
                    <a:pt x="55170" y="35085"/>
                    <a:pt x="55633" y="35085"/>
                  </a:cubicBezTo>
                  <a:cubicBezTo>
                    <a:pt x="58294" y="35085"/>
                    <a:pt x="60899" y="34289"/>
                    <a:pt x="62921" y="32671"/>
                  </a:cubicBezTo>
                  <a:cubicBezTo>
                    <a:pt x="69503" y="27408"/>
                    <a:pt x="68005" y="20158"/>
                    <a:pt x="61259" y="16094"/>
                  </a:cubicBezTo>
                  <a:cubicBezTo>
                    <a:pt x="60132" y="15416"/>
                    <a:pt x="58891" y="14918"/>
                    <a:pt x="57567" y="14614"/>
                  </a:cubicBezTo>
                  <a:lnTo>
                    <a:pt x="57076" y="14495"/>
                  </a:lnTo>
                  <a:lnTo>
                    <a:pt x="57077" y="14476"/>
                  </a:lnTo>
                  <a:lnTo>
                    <a:pt x="19363" y="928"/>
                  </a:lnTo>
                  <a:cubicBezTo>
                    <a:pt x="18767" y="725"/>
                    <a:pt x="18131" y="556"/>
                    <a:pt x="17434" y="414"/>
                  </a:cubicBezTo>
                  <a:lnTo>
                    <a:pt x="17324" y="393"/>
                  </a:lnTo>
                  <a:cubicBezTo>
                    <a:pt x="15967" y="136"/>
                    <a:pt x="14653" y="1"/>
                    <a:pt x="13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1"/>
            <p:cNvSpPr/>
            <p:nvPr/>
          </p:nvSpPr>
          <p:spPr>
            <a:xfrm>
              <a:off x="8443861" y="3250566"/>
              <a:ext cx="161312" cy="172620"/>
            </a:xfrm>
            <a:custGeom>
              <a:avLst/>
              <a:gdLst/>
              <a:ahLst/>
              <a:cxnLst/>
              <a:rect l="l" t="t" r="r" b="b"/>
              <a:pathLst>
                <a:path w="13067" h="13983" extrusionOk="0">
                  <a:moveTo>
                    <a:pt x="3789" y="0"/>
                  </a:moveTo>
                  <a:lnTo>
                    <a:pt x="1" y="3286"/>
                  </a:lnTo>
                  <a:lnTo>
                    <a:pt x="9278" y="13983"/>
                  </a:lnTo>
                  <a:lnTo>
                    <a:pt x="13066" y="10698"/>
                  </a:lnTo>
                  <a:cubicBezTo>
                    <a:pt x="11282" y="10007"/>
                    <a:pt x="4550" y="3090"/>
                    <a:pt x="37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1"/>
            <p:cNvSpPr/>
            <p:nvPr/>
          </p:nvSpPr>
          <p:spPr>
            <a:xfrm>
              <a:off x="7980368" y="3280873"/>
              <a:ext cx="600448" cy="474431"/>
            </a:xfrm>
            <a:custGeom>
              <a:avLst/>
              <a:gdLst/>
              <a:ahLst/>
              <a:cxnLst/>
              <a:rect l="l" t="t" r="r" b="b"/>
              <a:pathLst>
                <a:path w="48639" h="38431" extrusionOk="0">
                  <a:moveTo>
                    <a:pt x="37009" y="0"/>
                  </a:moveTo>
                  <a:cubicBezTo>
                    <a:pt x="32009" y="0"/>
                    <a:pt x="21267" y="10023"/>
                    <a:pt x="12642" y="16352"/>
                  </a:cubicBezTo>
                  <a:cubicBezTo>
                    <a:pt x="0" y="26040"/>
                    <a:pt x="6903" y="38430"/>
                    <a:pt x="15905" y="38430"/>
                  </a:cubicBezTo>
                  <a:cubicBezTo>
                    <a:pt x="18158" y="38430"/>
                    <a:pt x="20543" y="37654"/>
                    <a:pt x="22786" y="35866"/>
                  </a:cubicBezTo>
                  <a:cubicBezTo>
                    <a:pt x="32244" y="27331"/>
                    <a:pt x="48638" y="15478"/>
                    <a:pt x="47088" y="11325"/>
                  </a:cubicBezTo>
                  <a:lnTo>
                    <a:pt x="38210" y="252"/>
                  </a:lnTo>
                  <a:cubicBezTo>
                    <a:pt x="37860" y="81"/>
                    <a:pt x="37457" y="0"/>
                    <a:pt x="370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1"/>
            <p:cNvSpPr/>
            <p:nvPr/>
          </p:nvSpPr>
          <p:spPr>
            <a:xfrm>
              <a:off x="8449540" y="3283749"/>
              <a:ext cx="112685" cy="139400"/>
            </a:xfrm>
            <a:custGeom>
              <a:avLst/>
              <a:gdLst/>
              <a:ahLst/>
              <a:cxnLst/>
              <a:rect l="l" t="t" r="r" b="b"/>
              <a:pathLst>
                <a:path w="9128" h="11292" extrusionOk="0">
                  <a:moveTo>
                    <a:pt x="408" y="1"/>
                  </a:moveTo>
                  <a:lnTo>
                    <a:pt x="1" y="38"/>
                  </a:lnTo>
                  <a:cubicBezTo>
                    <a:pt x="340" y="3826"/>
                    <a:pt x="6217" y="10660"/>
                    <a:pt x="9038" y="11292"/>
                  </a:cubicBezTo>
                  <a:lnTo>
                    <a:pt x="9127" y="10892"/>
                  </a:lnTo>
                  <a:cubicBezTo>
                    <a:pt x="6476" y="10298"/>
                    <a:pt x="730" y="3579"/>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1"/>
            <p:cNvSpPr/>
            <p:nvPr/>
          </p:nvSpPr>
          <p:spPr>
            <a:xfrm>
              <a:off x="8126594" y="3483726"/>
              <a:ext cx="33196" cy="43788"/>
            </a:xfrm>
            <a:custGeom>
              <a:avLst/>
              <a:gdLst/>
              <a:ahLst/>
              <a:cxnLst/>
              <a:rect l="l" t="t" r="r" b="b"/>
              <a:pathLst>
                <a:path w="2689" h="3547" extrusionOk="0">
                  <a:moveTo>
                    <a:pt x="717" y="0"/>
                  </a:moveTo>
                  <a:cubicBezTo>
                    <a:pt x="705" y="0"/>
                    <a:pt x="692" y="1"/>
                    <a:pt x="679" y="4"/>
                  </a:cubicBezTo>
                  <a:cubicBezTo>
                    <a:pt x="592" y="19"/>
                    <a:pt x="525" y="88"/>
                    <a:pt x="511" y="174"/>
                  </a:cubicBezTo>
                  <a:lnTo>
                    <a:pt x="0" y="3425"/>
                  </a:lnTo>
                  <a:lnTo>
                    <a:pt x="405" y="3488"/>
                  </a:lnTo>
                  <a:lnTo>
                    <a:pt x="823" y="829"/>
                  </a:lnTo>
                  <a:lnTo>
                    <a:pt x="2329" y="3547"/>
                  </a:lnTo>
                  <a:lnTo>
                    <a:pt x="2689" y="3348"/>
                  </a:lnTo>
                  <a:lnTo>
                    <a:pt x="893" y="106"/>
                  </a:lnTo>
                  <a:cubicBezTo>
                    <a:pt x="857" y="41"/>
                    <a:pt x="791" y="0"/>
                    <a:pt x="7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1"/>
            <p:cNvSpPr/>
            <p:nvPr/>
          </p:nvSpPr>
          <p:spPr>
            <a:xfrm>
              <a:off x="8606667" y="3057194"/>
              <a:ext cx="231172" cy="336994"/>
            </a:xfrm>
            <a:custGeom>
              <a:avLst/>
              <a:gdLst/>
              <a:ahLst/>
              <a:cxnLst/>
              <a:rect l="l" t="t" r="r" b="b"/>
              <a:pathLst>
                <a:path w="18726" h="27298" extrusionOk="0">
                  <a:moveTo>
                    <a:pt x="0" y="0"/>
                  </a:moveTo>
                  <a:lnTo>
                    <a:pt x="2282" y="27298"/>
                  </a:lnTo>
                  <a:lnTo>
                    <a:pt x="16442" y="27298"/>
                  </a:lnTo>
                  <a:lnTo>
                    <a:pt x="187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1"/>
            <p:cNvSpPr/>
            <p:nvPr/>
          </p:nvSpPr>
          <p:spPr>
            <a:xfrm>
              <a:off x="8608012" y="3143300"/>
              <a:ext cx="228481" cy="164769"/>
            </a:xfrm>
            <a:custGeom>
              <a:avLst/>
              <a:gdLst/>
              <a:ahLst/>
              <a:cxnLst/>
              <a:rect l="l" t="t" r="r" b="b"/>
              <a:pathLst>
                <a:path w="18508" h="13347" extrusionOk="0">
                  <a:moveTo>
                    <a:pt x="0" y="0"/>
                  </a:moveTo>
                  <a:lnTo>
                    <a:pt x="1279" y="13346"/>
                  </a:lnTo>
                  <a:lnTo>
                    <a:pt x="17227" y="13346"/>
                  </a:lnTo>
                  <a:lnTo>
                    <a:pt x="185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1"/>
            <p:cNvSpPr/>
            <p:nvPr/>
          </p:nvSpPr>
          <p:spPr>
            <a:xfrm>
              <a:off x="8596618" y="3044367"/>
              <a:ext cx="250073" cy="21591"/>
            </a:xfrm>
            <a:custGeom>
              <a:avLst/>
              <a:gdLst/>
              <a:ahLst/>
              <a:cxnLst/>
              <a:rect l="l" t="t" r="r" b="b"/>
              <a:pathLst>
                <a:path w="20257" h="1749" extrusionOk="0">
                  <a:moveTo>
                    <a:pt x="701" y="0"/>
                  </a:moveTo>
                  <a:cubicBezTo>
                    <a:pt x="447" y="0"/>
                    <a:pt x="228" y="216"/>
                    <a:pt x="185" y="511"/>
                  </a:cubicBezTo>
                  <a:lnTo>
                    <a:pt x="1" y="1749"/>
                  </a:lnTo>
                  <a:lnTo>
                    <a:pt x="20257" y="1749"/>
                  </a:lnTo>
                  <a:lnTo>
                    <a:pt x="20074" y="527"/>
                  </a:lnTo>
                  <a:cubicBezTo>
                    <a:pt x="20028" y="223"/>
                    <a:pt x="19804" y="0"/>
                    <a:pt x="195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1"/>
            <p:cNvSpPr/>
            <p:nvPr/>
          </p:nvSpPr>
          <p:spPr>
            <a:xfrm>
              <a:off x="8617592" y="3014530"/>
              <a:ext cx="208112" cy="33393"/>
            </a:xfrm>
            <a:custGeom>
              <a:avLst/>
              <a:gdLst/>
              <a:ahLst/>
              <a:cxnLst/>
              <a:rect l="l" t="t" r="r" b="b"/>
              <a:pathLst>
                <a:path w="16858" h="2705" extrusionOk="0">
                  <a:moveTo>
                    <a:pt x="966" y="0"/>
                  </a:moveTo>
                  <a:cubicBezTo>
                    <a:pt x="542" y="0"/>
                    <a:pt x="188" y="371"/>
                    <a:pt x="150" y="855"/>
                  </a:cubicBezTo>
                  <a:lnTo>
                    <a:pt x="1" y="2704"/>
                  </a:lnTo>
                  <a:lnTo>
                    <a:pt x="16857" y="2704"/>
                  </a:lnTo>
                  <a:lnTo>
                    <a:pt x="16704" y="794"/>
                  </a:lnTo>
                  <a:cubicBezTo>
                    <a:pt x="16668" y="345"/>
                    <a:pt x="16339" y="0"/>
                    <a:pt x="159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1"/>
            <p:cNvSpPr/>
            <p:nvPr/>
          </p:nvSpPr>
          <p:spPr>
            <a:xfrm>
              <a:off x="8696082" y="3168879"/>
              <a:ext cx="113599" cy="113611"/>
            </a:xfrm>
            <a:custGeom>
              <a:avLst/>
              <a:gdLst/>
              <a:ahLst/>
              <a:cxnLst/>
              <a:rect l="l" t="t" r="r" b="b"/>
              <a:pathLst>
                <a:path w="9202" h="9203" extrusionOk="0">
                  <a:moveTo>
                    <a:pt x="4602" y="411"/>
                  </a:moveTo>
                  <a:cubicBezTo>
                    <a:pt x="6913" y="411"/>
                    <a:pt x="8792" y="2291"/>
                    <a:pt x="8792" y="4602"/>
                  </a:cubicBezTo>
                  <a:cubicBezTo>
                    <a:pt x="8792" y="6913"/>
                    <a:pt x="6913" y="8792"/>
                    <a:pt x="4602" y="8792"/>
                  </a:cubicBezTo>
                  <a:cubicBezTo>
                    <a:pt x="2291" y="8792"/>
                    <a:pt x="410" y="6913"/>
                    <a:pt x="410" y="4602"/>
                  </a:cubicBezTo>
                  <a:cubicBezTo>
                    <a:pt x="410" y="2291"/>
                    <a:pt x="2291" y="411"/>
                    <a:pt x="4602" y="411"/>
                  </a:cubicBezTo>
                  <a:close/>
                  <a:moveTo>
                    <a:pt x="4602" y="0"/>
                  </a:moveTo>
                  <a:cubicBezTo>
                    <a:pt x="2064" y="0"/>
                    <a:pt x="0" y="2064"/>
                    <a:pt x="0" y="4602"/>
                  </a:cubicBezTo>
                  <a:cubicBezTo>
                    <a:pt x="0" y="7138"/>
                    <a:pt x="2064" y="9202"/>
                    <a:pt x="4602" y="9202"/>
                  </a:cubicBezTo>
                  <a:cubicBezTo>
                    <a:pt x="7138" y="9202"/>
                    <a:pt x="9202" y="7138"/>
                    <a:pt x="9202" y="4602"/>
                  </a:cubicBezTo>
                  <a:cubicBezTo>
                    <a:pt x="9202" y="2064"/>
                    <a:pt x="7138"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1"/>
            <p:cNvSpPr/>
            <p:nvPr/>
          </p:nvSpPr>
          <p:spPr>
            <a:xfrm>
              <a:off x="8717525" y="3190322"/>
              <a:ext cx="70712" cy="70712"/>
            </a:xfrm>
            <a:custGeom>
              <a:avLst/>
              <a:gdLst/>
              <a:ahLst/>
              <a:cxnLst/>
              <a:rect l="l" t="t" r="r" b="b"/>
              <a:pathLst>
                <a:path w="5728" h="5728" extrusionOk="0">
                  <a:moveTo>
                    <a:pt x="2865" y="1"/>
                  </a:moveTo>
                  <a:cubicBezTo>
                    <a:pt x="1285" y="1"/>
                    <a:pt x="0" y="1285"/>
                    <a:pt x="0" y="2865"/>
                  </a:cubicBezTo>
                  <a:cubicBezTo>
                    <a:pt x="0" y="4443"/>
                    <a:pt x="1285" y="5728"/>
                    <a:pt x="2865" y="5728"/>
                  </a:cubicBezTo>
                  <a:cubicBezTo>
                    <a:pt x="4443" y="5728"/>
                    <a:pt x="5728" y="4443"/>
                    <a:pt x="5728" y="2865"/>
                  </a:cubicBezTo>
                  <a:lnTo>
                    <a:pt x="5317" y="2865"/>
                  </a:lnTo>
                  <a:cubicBezTo>
                    <a:pt x="5317" y="4218"/>
                    <a:pt x="4217" y="5318"/>
                    <a:pt x="2865" y="5318"/>
                  </a:cubicBezTo>
                  <a:cubicBezTo>
                    <a:pt x="1512" y="5318"/>
                    <a:pt x="411" y="4218"/>
                    <a:pt x="411" y="2865"/>
                  </a:cubicBezTo>
                  <a:cubicBezTo>
                    <a:pt x="411" y="1512"/>
                    <a:pt x="1512" y="411"/>
                    <a:pt x="2865" y="411"/>
                  </a:cubicBezTo>
                  <a:lnTo>
                    <a:pt x="28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1"/>
            <p:cNvSpPr/>
            <p:nvPr/>
          </p:nvSpPr>
          <p:spPr>
            <a:xfrm>
              <a:off x="8550509" y="3168966"/>
              <a:ext cx="133437" cy="61997"/>
            </a:xfrm>
            <a:custGeom>
              <a:avLst/>
              <a:gdLst/>
              <a:ahLst/>
              <a:cxnLst/>
              <a:rect l="l" t="t" r="r" b="b"/>
              <a:pathLst>
                <a:path w="10809" h="5022" extrusionOk="0">
                  <a:moveTo>
                    <a:pt x="9352" y="0"/>
                  </a:moveTo>
                  <a:cubicBezTo>
                    <a:pt x="9206" y="0"/>
                    <a:pt x="9042" y="9"/>
                    <a:pt x="8855" y="26"/>
                  </a:cubicBezTo>
                  <a:lnTo>
                    <a:pt x="2664" y="744"/>
                  </a:lnTo>
                  <a:cubicBezTo>
                    <a:pt x="894" y="934"/>
                    <a:pt x="0" y="1954"/>
                    <a:pt x="0" y="1954"/>
                  </a:cubicBezTo>
                  <a:cubicBezTo>
                    <a:pt x="0" y="1954"/>
                    <a:pt x="1971" y="5021"/>
                    <a:pt x="2873" y="5021"/>
                  </a:cubicBezTo>
                  <a:cubicBezTo>
                    <a:pt x="2893" y="5021"/>
                    <a:pt x="2912" y="5020"/>
                    <a:pt x="2931" y="5017"/>
                  </a:cubicBezTo>
                  <a:lnTo>
                    <a:pt x="8366" y="3518"/>
                  </a:lnTo>
                  <a:cubicBezTo>
                    <a:pt x="10809" y="2818"/>
                    <a:pt x="10501" y="868"/>
                    <a:pt x="10374" y="486"/>
                  </a:cubicBezTo>
                  <a:cubicBezTo>
                    <a:pt x="10271" y="172"/>
                    <a:pt x="10007" y="0"/>
                    <a:pt x="9352"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1"/>
            <p:cNvSpPr/>
            <p:nvPr/>
          </p:nvSpPr>
          <p:spPr>
            <a:xfrm>
              <a:off x="8641233" y="3173089"/>
              <a:ext cx="32739" cy="10629"/>
            </a:xfrm>
            <a:custGeom>
              <a:avLst/>
              <a:gdLst/>
              <a:ahLst/>
              <a:cxnLst/>
              <a:rect l="l" t="t" r="r" b="b"/>
              <a:pathLst>
                <a:path w="2652" h="861" extrusionOk="0">
                  <a:moveTo>
                    <a:pt x="389" y="0"/>
                  </a:moveTo>
                  <a:lnTo>
                    <a:pt x="1" y="131"/>
                  </a:lnTo>
                  <a:cubicBezTo>
                    <a:pt x="12" y="168"/>
                    <a:pt x="255" y="860"/>
                    <a:pt x="1430" y="860"/>
                  </a:cubicBezTo>
                  <a:cubicBezTo>
                    <a:pt x="1759" y="860"/>
                    <a:pt x="2161" y="806"/>
                    <a:pt x="2652" y="667"/>
                  </a:cubicBezTo>
                  <a:lnTo>
                    <a:pt x="2541" y="273"/>
                  </a:lnTo>
                  <a:cubicBezTo>
                    <a:pt x="2086" y="401"/>
                    <a:pt x="1724" y="449"/>
                    <a:pt x="1437" y="449"/>
                  </a:cubicBezTo>
                  <a:cubicBezTo>
                    <a:pt x="569" y="449"/>
                    <a:pt x="392" y="5"/>
                    <a:pt x="3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1"/>
            <p:cNvSpPr/>
            <p:nvPr/>
          </p:nvSpPr>
          <p:spPr>
            <a:xfrm>
              <a:off x="8250995" y="4083434"/>
              <a:ext cx="366511" cy="254233"/>
            </a:xfrm>
            <a:custGeom>
              <a:avLst/>
              <a:gdLst/>
              <a:ahLst/>
              <a:cxnLst/>
              <a:rect l="l" t="t" r="r" b="b"/>
              <a:pathLst>
                <a:path w="29689" h="20594" extrusionOk="0">
                  <a:moveTo>
                    <a:pt x="8768" y="0"/>
                  </a:moveTo>
                  <a:cubicBezTo>
                    <a:pt x="6703" y="0"/>
                    <a:pt x="4445" y="548"/>
                    <a:pt x="3065" y="2536"/>
                  </a:cubicBezTo>
                  <a:cubicBezTo>
                    <a:pt x="1" y="6952"/>
                    <a:pt x="4893" y="11615"/>
                    <a:pt x="5387" y="12280"/>
                  </a:cubicBezTo>
                  <a:cubicBezTo>
                    <a:pt x="7929" y="15711"/>
                    <a:pt x="17174" y="20135"/>
                    <a:pt x="17174" y="20135"/>
                  </a:cubicBezTo>
                  <a:cubicBezTo>
                    <a:pt x="17755" y="20465"/>
                    <a:pt x="18262" y="20594"/>
                    <a:pt x="18684" y="20594"/>
                  </a:cubicBezTo>
                  <a:cubicBezTo>
                    <a:pt x="19924" y="20594"/>
                    <a:pt x="20438" y="19486"/>
                    <a:pt x="19993" y="19115"/>
                  </a:cubicBezTo>
                  <a:cubicBezTo>
                    <a:pt x="19961" y="19093"/>
                    <a:pt x="19949" y="19082"/>
                    <a:pt x="19952" y="19082"/>
                  </a:cubicBezTo>
                  <a:lnTo>
                    <a:pt x="19952" y="19082"/>
                  </a:lnTo>
                  <a:cubicBezTo>
                    <a:pt x="19984" y="19082"/>
                    <a:pt x="21265" y="19866"/>
                    <a:pt x="21555" y="20031"/>
                  </a:cubicBezTo>
                  <a:cubicBezTo>
                    <a:pt x="22210" y="20374"/>
                    <a:pt x="22752" y="20514"/>
                    <a:pt x="23188" y="20514"/>
                  </a:cubicBezTo>
                  <a:cubicBezTo>
                    <a:pt x="24700" y="20514"/>
                    <a:pt x="24942" y="18839"/>
                    <a:pt x="24187" y="18144"/>
                  </a:cubicBezTo>
                  <a:lnTo>
                    <a:pt x="24187" y="18144"/>
                  </a:lnTo>
                  <a:cubicBezTo>
                    <a:pt x="24702" y="18537"/>
                    <a:pt x="25206" y="18695"/>
                    <a:pt x="25651" y="18695"/>
                  </a:cubicBezTo>
                  <a:cubicBezTo>
                    <a:pt x="26972" y="18695"/>
                    <a:pt x="27778" y="17295"/>
                    <a:pt x="26850" y="16467"/>
                  </a:cubicBezTo>
                  <a:lnTo>
                    <a:pt x="26850" y="16467"/>
                  </a:lnTo>
                  <a:cubicBezTo>
                    <a:pt x="27130" y="16636"/>
                    <a:pt x="27412" y="16711"/>
                    <a:pt x="27674" y="16711"/>
                  </a:cubicBezTo>
                  <a:cubicBezTo>
                    <a:pt x="28893" y="16711"/>
                    <a:pt x="29689" y="15079"/>
                    <a:pt x="27994" y="13593"/>
                  </a:cubicBezTo>
                  <a:cubicBezTo>
                    <a:pt x="26939" y="12495"/>
                    <a:pt x="16853" y="4968"/>
                    <a:pt x="16853" y="4968"/>
                  </a:cubicBezTo>
                  <a:cubicBezTo>
                    <a:pt x="16948" y="4851"/>
                    <a:pt x="17099" y="4803"/>
                    <a:pt x="17294" y="4803"/>
                  </a:cubicBezTo>
                  <a:cubicBezTo>
                    <a:pt x="18190" y="4803"/>
                    <a:pt x="20015" y="5815"/>
                    <a:pt x="21625" y="5815"/>
                  </a:cubicBezTo>
                  <a:cubicBezTo>
                    <a:pt x="22297" y="5815"/>
                    <a:pt x="22931" y="5639"/>
                    <a:pt x="23444" y="5139"/>
                  </a:cubicBezTo>
                  <a:cubicBezTo>
                    <a:pt x="23605" y="4887"/>
                    <a:pt x="23488" y="4634"/>
                    <a:pt x="23304" y="4494"/>
                  </a:cubicBezTo>
                  <a:cubicBezTo>
                    <a:pt x="16979" y="653"/>
                    <a:pt x="12345" y="387"/>
                    <a:pt x="10743" y="152"/>
                  </a:cubicBezTo>
                  <a:cubicBezTo>
                    <a:pt x="10133" y="62"/>
                    <a:pt x="9461" y="0"/>
                    <a:pt x="8768"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1"/>
            <p:cNvSpPr/>
            <p:nvPr/>
          </p:nvSpPr>
          <p:spPr>
            <a:xfrm>
              <a:off x="8419788" y="4262498"/>
              <a:ext cx="77514" cy="59120"/>
            </a:xfrm>
            <a:custGeom>
              <a:avLst/>
              <a:gdLst/>
              <a:ahLst/>
              <a:cxnLst/>
              <a:rect l="l" t="t" r="r" b="b"/>
              <a:pathLst>
                <a:path w="6279" h="4789" extrusionOk="0">
                  <a:moveTo>
                    <a:pt x="243" y="1"/>
                  </a:moveTo>
                  <a:lnTo>
                    <a:pt x="1" y="330"/>
                  </a:lnTo>
                  <a:lnTo>
                    <a:pt x="6036" y="4788"/>
                  </a:lnTo>
                  <a:lnTo>
                    <a:pt x="6278" y="4458"/>
                  </a:lnTo>
                  <a:lnTo>
                    <a:pt x="243" y="1"/>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1"/>
            <p:cNvSpPr/>
            <p:nvPr/>
          </p:nvSpPr>
          <p:spPr>
            <a:xfrm>
              <a:off x="8445824" y="4236203"/>
              <a:ext cx="104414" cy="73465"/>
            </a:xfrm>
            <a:custGeom>
              <a:avLst/>
              <a:gdLst/>
              <a:ahLst/>
              <a:cxnLst/>
              <a:rect l="l" t="t" r="r" b="b"/>
              <a:pathLst>
                <a:path w="8458" h="5951" extrusionOk="0">
                  <a:moveTo>
                    <a:pt x="232" y="0"/>
                  </a:moveTo>
                  <a:lnTo>
                    <a:pt x="1" y="340"/>
                  </a:lnTo>
                  <a:lnTo>
                    <a:pt x="8226" y="5950"/>
                  </a:lnTo>
                  <a:lnTo>
                    <a:pt x="8457" y="5611"/>
                  </a:lnTo>
                  <a:lnTo>
                    <a:pt x="232"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1"/>
            <p:cNvSpPr/>
            <p:nvPr/>
          </p:nvSpPr>
          <p:spPr>
            <a:xfrm>
              <a:off x="8470230" y="4204946"/>
              <a:ext cx="113512" cy="83378"/>
            </a:xfrm>
            <a:custGeom>
              <a:avLst/>
              <a:gdLst/>
              <a:ahLst/>
              <a:cxnLst/>
              <a:rect l="l" t="t" r="r" b="b"/>
              <a:pathLst>
                <a:path w="9195" h="6754" extrusionOk="0">
                  <a:moveTo>
                    <a:pt x="241" y="0"/>
                  </a:moveTo>
                  <a:lnTo>
                    <a:pt x="1" y="334"/>
                  </a:lnTo>
                  <a:lnTo>
                    <a:pt x="8956" y="6754"/>
                  </a:lnTo>
                  <a:lnTo>
                    <a:pt x="9194" y="6420"/>
                  </a:lnTo>
                  <a:lnTo>
                    <a:pt x="241"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1"/>
            <p:cNvSpPr/>
            <p:nvPr/>
          </p:nvSpPr>
          <p:spPr>
            <a:xfrm>
              <a:off x="8408715" y="4191132"/>
              <a:ext cx="74514" cy="84822"/>
            </a:xfrm>
            <a:custGeom>
              <a:avLst/>
              <a:gdLst/>
              <a:ahLst/>
              <a:cxnLst/>
              <a:rect l="l" t="t" r="r" b="b"/>
              <a:pathLst>
                <a:path w="6036" h="6871" extrusionOk="0">
                  <a:moveTo>
                    <a:pt x="5696" y="1"/>
                  </a:moveTo>
                  <a:cubicBezTo>
                    <a:pt x="3658" y="2967"/>
                    <a:pt x="1795" y="5111"/>
                    <a:pt x="1" y="6550"/>
                  </a:cubicBezTo>
                  <a:lnTo>
                    <a:pt x="257" y="6871"/>
                  </a:lnTo>
                  <a:cubicBezTo>
                    <a:pt x="2084" y="5406"/>
                    <a:pt x="3973" y="3234"/>
                    <a:pt x="6036" y="234"/>
                  </a:cubicBezTo>
                  <a:lnTo>
                    <a:pt x="5696" y="1"/>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1"/>
            <p:cNvSpPr/>
            <p:nvPr/>
          </p:nvSpPr>
          <p:spPr>
            <a:xfrm>
              <a:off x="8362581" y="4142986"/>
              <a:ext cx="98279" cy="31048"/>
            </a:xfrm>
            <a:custGeom>
              <a:avLst/>
              <a:gdLst/>
              <a:ahLst/>
              <a:cxnLst/>
              <a:rect l="l" t="t" r="r" b="b"/>
              <a:pathLst>
                <a:path w="7961" h="2515" extrusionOk="0">
                  <a:moveTo>
                    <a:pt x="7668" y="0"/>
                  </a:moveTo>
                  <a:cubicBezTo>
                    <a:pt x="7642" y="28"/>
                    <a:pt x="5559" y="2104"/>
                    <a:pt x="2565" y="2104"/>
                  </a:cubicBezTo>
                  <a:cubicBezTo>
                    <a:pt x="1811" y="2104"/>
                    <a:pt x="999" y="1972"/>
                    <a:pt x="148" y="1643"/>
                  </a:cubicBezTo>
                  <a:lnTo>
                    <a:pt x="0" y="2024"/>
                  </a:lnTo>
                  <a:cubicBezTo>
                    <a:pt x="904" y="2375"/>
                    <a:pt x="1765" y="2514"/>
                    <a:pt x="2565" y="2514"/>
                  </a:cubicBezTo>
                  <a:cubicBezTo>
                    <a:pt x="5736" y="2514"/>
                    <a:pt x="7933" y="315"/>
                    <a:pt x="7960" y="289"/>
                  </a:cubicBezTo>
                  <a:lnTo>
                    <a:pt x="7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1"/>
            <p:cNvSpPr/>
            <p:nvPr/>
          </p:nvSpPr>
          <p:spPr>
            <a:xfrm>
              <a:off x="7494901" y="3328648"/>
              <a:ext cx="521243" cy="777834"/>
            </a:xfrm>
            <a:custGeom>
              <a:avLst/>
              <a:gdLst/>
              <a:ahLst/>
              <a:cxnLst/>
              <a:rect l="l" t="t" r="r" b="b"/>
              <a:pathLst>
                <a:path w="42223" h="63008" extrusionOk="0">
                  <a:moveTo>
                    <a:pt x="12219" y="0"/>
                  </a:moveTo>
                  <a:cubicBezTo>
                    <a:pt x="11007" y="0"/>
                    <a:pt x="9735" y="210"/>
                    <a:pt x="8403" y="655"/>
                  </a:cubicBezTo>
                  <a:cubicBezTo>
                    <a:pt x="2398" y="2659"/>
                    <a:pt x="1" y="8154"/>
                    <a:pt x="983" y="14712"/>
                  </a:cubicBezTo>
                  <a:cubicBezTo>
                    <a:pt x="1331" y="17031"/>
                    <a:pt x="2206" y="19200"/>
                    <a:pt x="3580" y="21146"/>
                  </a:cubicBezTo>
                  <a:lnTo>
                    <a:pt x="21156" y="56431"/>
                  </a:lnTo>
                  <a:cubicBezTo>
                    <a:pt x="21388" y="56864"/>
                    <a:pt x="21653" y="57293"/>
                    <a:pt x="21998" y="57784"/>
                  </a:cubicBezTo>
                  <a:lnTo>
                    <a:pt x="22116" y="57945"/>
                  </a:lnTo>
                  <a:cubicBezTo>
                    <a:pt x="23974" y="60484"/>
                    <a:pt x="26672" y="62326"/>
                    <a:pt x="29674" y="62814"/>
                  </a:cubicBezTo>
                  <a:cubicBezTo>
                    <a:pt x="30472" y="62945"/>
                    <a:pt x="31235" y="63007"/>
                    <a:pt x="31959" y="63007"/>
                  </a:cubicBezTo>
                  <a:cubicBezTo>
                    <a:pt x="38777" y="63007"/>
                    <a:pt x="42223" y="57456"/>
                    <a:pt x="40860" y="50469"/>
                  </a:cubicBezTo>
                  <a:lnTo>
                    <a:pt x="40859" y="50469"/>
                  </a:lnTo>
                  <a:cubicBezTo>
                    <a:pt x="40607" y="49178"/>
                    <a:pt x="40145" y="47924"/>
                    <a:pt x="39483" y="46737"/>
                  </a:cubicBezTo>
                  <a:lnTo>
                    <a:pt x="39242" y="46293"/>
                  </a:lnTo>
                  <a:lnTo>
                    <a:pt x="39256" y="46282"/>
                  </a:lnTo>
                  <a:lnTo>
                    <a:pt x="24026" y="9216"/>
                  </a:lnTo>
                  <a:cubicBezTo>
                    <a:pt x="23778" y="8637"/>
                    <a:pt x="23477" y="8051"/>
                    <a:pt x="23115" y="7441"/>
                  </a:cubicBezTo>
                  <a:lnTo>
                    <a:pt x="23057" y="7343"/>
                  </a:lnTo>
                  <a:cubicBezTo>
                    <a:pt x="20316" y="2846"/>
                    <a:pt x="16678" y="0"/>
                    <a:pt x="12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1"/>
            <p:cNvSpPr/>
            <p:nvPr/>
          </p:nvSpPr>
          <p:spPr>
            <a:xfrm>
              <a:off x="8242995" y="4049436"/>
              <a:ext cx="118821" cy="185434"/>
            </a:xfrm>
            <a:custGeom>
              <a:avLst/>
              <a:gdLst/>
              <a:ahLst/>
              <a:cxnLst/>
              <a:rect l="l" t="t" r="r" b="b"/>
              <a:pathLst>
                <a:path w="9625" h="15021" extrusionOk="0">
                  <a:moveTo>
                    <a:pt x="4924" y="0"/>
                  </a:moveTo>
                  <a:lnTo>
                    <a:pt x="0" y="13276"/>
                  </a:lnTo>
                  <a:lnTo>
                    <a:pt x="4701" y="15020"/>
                  </a:lnTo>
                  <a:cubicBezTo>
                    <a:pt x="4450" y="13124"/>
                    <a:pt x="7280" y="3897"/>
                    <a:pt x="9625" y="1743"/>
                  </a:cubicBezTo>
                  <a:lnTo>
                    <a:pt x="49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1"/>
            <p:cNvSpPr/>
            <p:nvPr/>
          </p:nvSpPr>
          <p:spPr>
            <a:xfrm>
              <a:off x="7699630" y="3849311"/>
              <a:ext cx="614349" cy="374992"/>
            </a:xfrm>
            <a:custGeom>
              <a:avLst/>
              <a:gdLst/>
              <a:ahLst/>
              <a:cxnLst/>
              <a:rect l="l" t="t" r="r" b="b"/>
              <a:pathLst>
                <a:path w="49765" h="30376" extrusionOk="0">
                  <a:moveTo>
                    <a:pt x="15552" y="1"/>
                  </a:moveTo>
                  <a:cubicBezTo>
                    <a:pt x="3360" y="1"/>
                    <a:pt x="0" y="15446"/>
                    <a:pt x="11121" y="20102"/>
                  </a:cubicBezTo>
                  <a:cubicBezTo>
                    <a:pt x="21273" y="23640"/>
                    <a:pt x="35871" y="30376"/>
                    <a:pt x="41922" y="30376"/>
                  </a:cubicBezTo>
                  <a:cubicBezTo>
                    <a:pt x="43041" y="30376"/>
                    <a:pt x="43868" y="30145"/>
                    <a:pt x="44320" y="29622"/>
                  </a:cubicBezTo>
                  <a:lnTo>
                    <a:pt x="49765" y="16515"/>
                  </a:lnTo>
                  <a:cubicBezTo>
                    <a:pt x="49544" y="11784"/>
                    <a:pt x="33925" y="6757"/>
                    <a:pt x="23360" y="1827"/>
                  </a:cubicBezTo>
                  <a:cubicBezTo>
                    <a:pt x="20468" y="551"/>
                    <a:pt x="17853" y="1"/>
                    <a:pt x="155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p:nvPr/>
          </p:nvSpPr>
          <p:spPr>
            <a:xfrm>
              <a:off x="8234428" y="4051078"/>
              <a:ext cx="80971" cy="164621"/>
            </a:xfrm>
            <a:custGeom>
              <a:avLst/>
              <a:gdLst/>
              <a:ahLst/>
              <a:cxnLst/>
              <a:rect l="l" t="t" r="r" b="b"/>
              <a:pathLst>
                <a:path w="6559" h="13335" extrusionOk="0">
                  <a:moveTo>
                    <a:pt x="6330" y="1"/>
                  </a:moveTo>
                  <a:cubicBezTo>
                    <a:pt x="3171" y="2120"/>
                    <a:pt x="0" y="10557"/>
                    <a:pt x="802" y="13334"/>
                  </a:cubicBezTo>
                  <a:lnTo>
                    <a:pt x="1197" y="13221"/>
                  </a:lnTo>
                  <a:cubicBezTo>
                    <a:pt x="443" y="10611"/>
                    <a:pt x="3574" y="2343"/>
                    <a:pt x="6559" y="343"/>
                  </a:cubicBezTo>
                  <a:lnTo>
                    <a:pt x="63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1"/>
            <p:cNvSpPr/>
            <p:nvPr/>
          </p:nvSpPr>
          <p:spPr>
            <a:xfrm>
              <a:off x="7921717" y="3859619"/>
              <a:ext cx="43035" cy="45479"/>
            </a:xfrm>
            <a:custGeom>
              <a:avLst/>
              <a:gdLst/>
              <a:ahLst/>
              <a:cxnLst/>
              <a:rect l="l" t="t" r="r" b="b"/>
              <a:pathLst>
                <a:path w="3486" h="3684" extrusionOk="0">
                  <a:moveTo>
                    <a:pt x="3265" y="1"/>
                  </a:moveTo>
                  <a:cubicBezTo>
                    <a:pt x="3243" y="1"/>
                    <a:pt x="3221" y="4"/>
                    <a:pt x="3200" y="12"/>
                  </a:cubicBezTo>
                  <a:lnTo>
                    <a:pt x="1" y="1088"/>
                  </a:lnTo>
                  <a:lnTo>
                    <a:pt x="132" y="1476"/>
                  </a:lnTo>
                  <a:lnTo>
                    <a:pt x="2760" y="592"/>
                  </a:lnTo>
                  <a:lnTo>
                    <a:pt x="2760" y="592"/>
                  </a:lnTo>
                  <a:lnTo>
                    <a:pt x="848" y="3456"/>
                  </a:lnTo>
                  <a:lnTo>
                    <a:pt x="1189" y="3684"/>
                  </a:lnTo>
                  <a:lnTo>
                    <a:pt x="3436" y="320"/>
                  </a:lnTo>
                  <a:cubicBezTo>
                    <a:pt x="3486" y="247"/>
                    <a:pt x="3481" y="151"/>
                    <a:pt x="3429" y="83"/>
                  </a:cubicBezTo>
                  <a:cubicBezTo>
                    <a:pt x="3389" y="30"/>
                    <a:pt x="3327" y="1"/>
                    <a:pt x="3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1"/>
            <p:cNvSpPr/>
            <p:nvPr/>
          </p:nvSpPr>
          <p:spPr>
            <a:xfrm>
              <a:off x="7839980" y="3580449"/>
              <a:ext cx="53738" cy="106007"/>
            </a:xfrm>
            <a:custGeom>
              <a:avLst/>
              <a:gdLst/>
              <a:ahLst/>
              <a:cxnLst/>
              <a:rect l="l" t="t" r="r" b="b"/>
              <a:pathLst>
                <a:path w="4353" h="8587" extrusionOk="0">
                  <a:moveTo>
                    <a:pt x="373" y="1"/>
                  </a:moveTo>
                  <a:lnTo>
                    <a:pt x="1" y="177"/>
                  </a:lnTo>
                  <a:lnTo>
                    <a:pt x="3982" y="8587"/>
                  </a:lnTo>
                  <a:lnTo>
                    <a:pt x="4352" y="8412"/>
                  </a:lnTo>
                  <a:lnTo>
                    <a:pt x="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1"/>
            <p:cNvSpPr/>
            <p:nvPr/>
          </p:nvSpPr>
          <p:spPr>
            <a:xfrm>
              <a:off x="8336459" y="4127654"/>
              <a:ext cx="534909" cy="474110"/>
            </a:xfrm>
            <a:custGeom>
              <a:avLst/>
              <a:gdLst/>
              <a:ahLst/>
              <a:cxnLst/>
              <a:rect l="l" t="t" r="r" b="b"/>
              <a:pathLst>
                <a:path w="43330" h="38405" extrusionOk="0">
                  <a:moveTo>
                    <a:pt x="9077" y="0"/>
                  </a:moveTo>
                  <a:cubicBezTo>
                    <a:pt x="9043" y="0"/>
                    <a:pt x="9012" y="22"/>
                    <a:pt x="9000" y="56"/>
                  </a:cubicBezTo>
                  <a:lnTo>
                    <a:pt x="16" y="26834"/>
                  </a:lnTo>
                  <a:cubicBezTo>
                    <a:pt x="0" y="26876"/>
                    <a:pt x="23" y="26922"/>
                    <a:pt x="65" y="26936"/>
                  </a:cubicBezTo>
                  <a:lnTo>
                    <a:pt x="34227" y="38400"/>
                  </a:lnTo>
                  <a:cubicBezTo>
                    <a:pt x="34235" y="38403"/>
                    <a:pt x="34244" y="38404"/>
                    <a:pt x="34253" y="38404"/>
                  </a:cubicBezTo>
                  <a:cubicBezTo>
                    <a:pt x="34286" y="38404"/>
                    <a:pt x="34318" y="38383"/>
                    <a:pt x="34329" y="38349"/>
                  </a:cubicBezTo>
                  <a:lnTo>
                    <a:pt x="43315" y="11571"/>
                  </a:lnTo>
                  <a:cubicBezTo>
                    <a:pt x="43329" y="11529"/>
                    <a:pt x="43306" y="11483"/>
                    <a:pt x="43264" y="11469"/>
                  </a:cubicBezTo>
                  <a:lnTo>
                    <a:pt x="9102" y="5"/>
                  </a:lnTo>
                  <a:cubicBezTo>
                    <a:pt x="9094" y="2"/>
                    <a:pt x="9085" y="0"/>
                    <a:pt x="90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1"/>
            <p:cNvSpPr/>
            <p:nvPr/>
          </p:nvSpPr>
          <p:spPr>
            <a:xfrm>
              <a:off x="8437972" y="4060596"/>
              <a:ext cx="455963" cy="238518"/>
            </a:xfrm>
            <a:custGeom>
              <a:avLst/>
              <a:gdLst/>
              <a:ahLst/>
              <a:cxnLst/>
              <a:rect l="l" t="t" r="r" b="b"/>
              <a:pathLst>
                <a:path w="36935" h="19321" extrusionOk="0">
                  <a:moveTo>
                    <a:pt x="2620" y="0"/>
                  </a:moveTo>
                  <a:lnTo>
                    <a:pt x="1" y="7806"/>
                  </a:lnTo>
                  <a:lnTo>
                    <a:pt x="34314" y="19321"/>
                  </a:lnTo>
                  <a:lnTo>
                    <a:pt x="36934" y="11516"/>
                  </a:lnTo>
                  <a:lnTo>
                    <a:pt x="26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1"/>
            <p:cNvSpPr/>
            <p:nvPr/>
          </p:nvSpPr>
          <p:spPr>
            <a:xfrm>
              <a:off x="8503672" y="4047744"/>
              <a:ext cx="38158" cy="60515"/>
            </a:xfrm>
            <a:custGeom>
              <a:avLst/>
              <a:gdLst/>
              <a:ahLst/>
              <a:cxnLst/>
              <a:rect l="l" t="t" r="r" b="b"/>
              <a:pathLst>
                <a:path w="3091" h="4902" extrusionOk="0">
                  <a:moveTo>
                    <a:pt x="2062" y="1"/>
                  </a:moveTo>
                  <a:cubicBezTo>
                    <a:pt x="1678" y="1"/>
                    <a:pt x="1318" y="243"/>
                    <a:pt x="1190" y="626"/>
                  </a:cubicBezTo>
                  <a:lnTo>
                    <a:pt x="160" y="3693"/>
                  </a:lnTo>
                  <a:cubicBezTo>
                    <a:pt x="0" y="4171"/>
                    <a:pt x="261" y="4694"/>
                    <a:pt x="740" y="4854"/>
                  </a:cubicBezTo>
                  <a:cubicBezTo>
                    <a:pt x="835" y="4886"/>
                    <a:pt x="933" y="4901"/>
                    <a:pt x="1029" y="4901"/>
                  </a:cubicBezTo>
                  <a:cubicBezTo>
                    <a:pt x="1413" y="4901"/>
                    <a:pt x="1772" y="4659"/>
                    <a:pt x="1901" y="4276"/>
                  </a:cubicBezTo>
                  <a:lnTo>
                    <a:pt x="2930" y="1209"/>
                  </a:lnTo>
                  <a:cubicBezTo>
                    <a:pt x="3090" y="731"/>
                    <a:pt x="2830" y="208"/>
                    <a:pt x="2352" y="48"/>
                  </a:cubicBezTo>
                  <a:cubicBezTo>
                    <a:pt x="2256" y="16"/>
                    <a:pt x="2158" y="1"/>
                    <a:pt x="20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1"/>
            <p:cNvSpPr/>
            <p:nvPr/>
          </p:nvSpPr>
          <p:spPr>
            <a:xfrm>
              <a:off x="8583458" y="4074508"/>
              <a:ext cx="38146" cy="60515"/>
            </a:xfrm>
            <a:custGeom>
              <a:avLst/>
              <a:gdLst/>
              <a:ahLst/>
              <a:cxnLst/>
              <a:rect l="l" t="t" r="r" b="b"/>
              <a:pathLst>
                <a:path w="3090" h="4902" extrusionOk="0">
                  <a:moveTo>
                    <a:pt x="2062" y="0"/>
                  </a:moveTo>
                  <a:cubicBezTo>
                    <a:pt x="1679" y="0"/>
                    <a:pt x="1319" y="243"/>
                    <a:pt x="1190" y="625"/>
                  </a:cubicBezTo>
                  <a:lnTo>
                    <a:pt x="161" y="3692"/>
                  </a:lnTo>
                  <a:cubicBezTo>
                    <a:pt x="1" y="4171"/>
                    <a:pt x="261" y="4694"/>
                    <a:pt x="739" y="4855"/>
                  </a:cubicBezTo>
                  <a:cubicBezTo>
                    <a:pt x="835" y="4887"/>
                    <a:pt x="932" y="4902"/>
                    <a:pt x="1028" y="4902"/>
                  </a:cubicBezTo>
                  <a:cubicBezTo>
                    <a:pt x="1412" y="4902"/>
                    <a:pt x="1772" y="4659"/>
                    <a:pt x="1900" y="4277"/>
                  </a:cubicBezTo>
                  <a:lnTo>
                    <a:pt x="2929" y="1210"/>
                  </a:lnTo>
                  <a:cubicBezTo>
                    <a:pt x="3089" y="731"/>
                    <a:pt x="2830" y="208"/>
                    <a:pt x="2351" y="47"/>
                  </a:cubicBezTo>
                  <a:cubicBezTo>
                    <a:pt x="2256" y="15"/>
                    <a:pt x="2158"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1"/>
            <p:cNvSpPr/>
            <p:nvPr/>
          </p:nvSpPr>
          <p:spPr>
            <a:xfrm>
              <a:off x="8663244" y="4101272"/>
              <a:ext cx="38158" cy="60515"/>
            </a:xfrm>
            <a:custGeom>
              <a:avLst/>
              <a:gdLst/>
              <a:ahLst/>
              <a:cxnLst/>
              <a:rect l="l" t="t" r="r" b="b"/>
              <a:pathLst>
                <a:path w="3091" h="4902" extrusionOk="0">
                  <a:moveTo>
                    <a:pt x="2061" y="1"/>
                  </a:moveTo>
                  <a:cubicBezTo>
                    <a:pt x="1677" y="1"/>
                    <a:pt x="1318" y="243"/>
                    <a:pt x="1190" y="626"/>
                  </a:cubicBezTo>
                  <a:lnTo>
                    <a:pt x="161" y="3693"/>
                  </a:lnTo>
                  <a:cubicBezTo>
                    <a:pt x="0" y="4171"/>
                    <a:pt x="260" y="4694"/>
                    <a:pt x="738" y="4854"/>
                  </a:cubicBezTo>
                  <a:cubicBezTo>
                    <a:pt x="834" y="4886"/>
                    <a:pt x="932" y="4902"/>
                    <a:pt x="1028" y="4902"/>
                  </a:cubicBezTo>
                  <a:cubicBezTo>
                    <a:pt x="1412" y="4902"/>
                    <a:pt x="1771" y="4659"/>
                    <a:pt x="1901" y="4276"/>
                  </a:cubicBezTo>
                  <a:lnTo>
                    <a:pt x="2930" y="1209"/>
                  </a:lnTo>
                  <a:cubicBezTo>
                    <a:pt x="3090" y="731"/>
                    <a:pt x="2829" y="208"/>
                    <a:pt x="2351" y="48"/>
                  </a:cubicBezTo>
                  <a:cubicBezTo>
                    <a:pt x="2255" y="16"/>
                    <a:pt x="2157" y="1"/>
                    <a:pt x="2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p:nvPr/>
          </p:nvSpPr>
          <p:spPr>
            <a:xfrm>
              <a:off x="8743017" y="4128036"/>
              <a:ext cx="38158" cy="60528"/>
            </a:xfrm>
            <a:custGeom>
              <a:avLst/>
              <a:gdLst/>
              <a:ahLst/>
              <a:cxnLst/>
              <a:rect l="l" t="t" r="r" b="b"/>
              <a:pathLst>
                <a:path w="3091" h="4903" extrusionOk="0">
                  <a:moveTo>
                    <a:pt x="2062" y="1"/>
                  </a:moveTo>
                  <a:cubicBezTo>
                    <a:pt x="1678" y="1"/>
                    <a:pt x="1318" y="244"/>
                    <a:pt x="1190" y="627"/>
                  </a:cubicBezTo>
                  <a:lnTo>
                    <a:pt x="161" y="3694"/>
                  </a:lnTo>
                  <a:cubicBezTo>
                    <a:pt x="1" y="4172"/>
                    <a:pt x="262" y="4695"/>
                    <a:pt x="740" y="4855"/>
                  </a:cubicBezTo>
                  <a:cubicBezTo>
                    <a:pt x="836" y="4887"/>
                    <a:pt x="934" y="4902"/>
                    <a:pt x="1030" y="4902"/>
                  </a:cubicBezTo>
                  <a:cubicBezTo>
                    <a:pt x="1413" y="4902"/>
                    <a:pt x="1773" y="4660"/>
                    <a:pt x="1901" y="4277"/>
                  </a:cubicBezTo>
                  <a:lnTo>
                    <a:pt x="2930" y="1210"/>
                  </a:lnTo>
                  <a:cubicBezTo>
                    <a:pt x="3091" y="732"/>
                    <a:pt x="2831" y="209"/>
                    <a:pt x="2353" y="49"/>
                  </a:cubicBezTo>
                  <a:cubicBezTo>
                    <a:pt x="2256" y="16"/>
                    <a:pt x="2158" y="1"/>
                    <a:pt x="20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a:off x="8822815" y="4154800"/>
              <a:ext cx="38134" cy="60528"/>
            </a:xfrm>
            <a:custGeom>
              <a:avLst/>
              <a:gdLst/>
              <a:ahLst/>
              <a:cxnLst/>
              <a:rect l="l" t="t" r="r" b="b"/>
              <a:pathLst>
                <a:path w="3089" h="4903" extrusionOk="0">
                  <a:moveTo>
                    <a:pt x="2061" y="1"/>
                  </a:moveTo>
                  <a:cubicBezTo>
                    <a:pt x="1678" y="1"/>
                    <a:pt x="1318" y="244"/>
                    <a:pt x="1190" y="626"/>
                  </a:cubicBezTo>
                  <a:lnTo>
                    <a:pt x="161" y="3693"/>
                  </a:lnTo>
                  <a:cubicBezTo>
                    <a:pt x="0" y="4172"/>
                    <a:pt x="260" y="4695"/>
                    <a:pt x="739" y="4856"/>
                  </a:cubicBezTo>
                  <a:cubicBezTo>
                    <a:pt x="834" y="4888"/>
                    <a:pt x="932" y="4903"/>
                    <a:pt x="1027" y="4903"/>
                  </a:cubicBezTo>
                  <a:cubicBezTo>
                    <a:pt x="1411" y="4903"/>
                    <a:pt x="1771" y="4659"/>
                    <a:pt x="1900" y="4277"/>
                  </a:cubicBezTo>
                  <a:lnTo>
                    <a:pt x="2929" y="1211"/>
                  </a:lnTo>
                  <a:cubicBezTo>
                    <a:pt x="3089" y="732"/>
                    <a:pt x="2829" y="209"/>
                    <a:pt x="2351" y="48"/>
                  </a:cubicBezTo>
                  <a:cubicBezTo>
                    <a:pt x="2255" y="16"/>
                    <a:pt x="2157" y="1"/>
                    <a:pt x="2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a:off x="8558929" y="4238833"/>
              <a:ext cx="38578" cy="38578"/>
            </a:xfrm>
            <a:custGeom>
              <a:avLst/>
              <a:gdLst/>
              <a:ahLst/>
              <a:cxnLst/>
              <a:rect l="l" t="t" r="r" b="b"/>
              <a:pathLst>
                <a:path w="3125" h="3125" extrusionOk="0">
                  <a:moveTo>
                    <a:pt x="786" y="0"/>
                  </a:moveTo>
                  <a:lnTo>
                    <a:pt x="1" y="2339"/>
                  </a:lnTo>
                  <a:lnTo>
                    <a:pt x="2340" y="3124"/>
                  </a:lnTo>
                  <a:lnTo>
                    <a:pt x="3125" y="785"/>
                  </a:lnTo>
                  <a:lnTo>
                    <a:pt x="7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8614493" y="4257461"/>
              <a:ext cx="38603" cy="38578"/>
            </a:xfrm>
            <a:custGeom>
              <a:avLst/>
              <a:gdLst/>
              <a:ahLst/>
              <a:cxnLst/>
              <a:rect l="l" t="t" r="r" b="b"/>
              <a:pathLst>
                <a:path w="3127" h="3125" extrusionOk="0">
                  <a:moveTo>
                    <a:pt x="785" y="0"/>
                  </a:moveTo>
                  <a:lnTo>
                    <a:pt x="1" y="2339"/>
                  </a:lnTo>
                  <a:lnTo>
                    <a:pt x="2341" y="3124"/>
                  </a:lnTo>
                  <a:lnTo>
                    <a:pt x="3126"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p:nvPr/>
          </p:nvSpPr>
          <p:spPr>
            <a:xfrm>
              <a:off x="8670071" y="4276078"/>
              <a:ext cx="38578" cy="38603"/>
            </a:xfrm>
            <a:custGeom>
              <a:avLst/>
              <a:gdLst/>
              <a:ahLst/>
              <a:cxnLst/>
              <a:rect l="l" t="t" r="r" b="b"/>
              <a:pathLst>
                <a:path w="3125" h="3127" extrusionOk="0">
                  <a:moveTo>
                    <a:pt x="786" y="1"/>
                  </a:moveTo>
                  <a:lnTo>
                    <a:pt x="1" y="2340"/>
                  </a:lnTo>
                  <a:lnTo>
                    <a:pt x="2340" y="3126"/>
                  </a:lnTo>
                  <a:lnTo>
                    <a:pt x="3125" y="786"/>
                  </a:lnTo>
                  <a:lnTo>
                    <a:pt x="7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1"/>
            <p:cNvSpPr/>
            <p:nvPr/>
          </p:nvSpPr>
          <p:spPr>
            <a:xfrm>
              <a:off x="8725673" y="4294780"/>
              <a:ext cx="38590" cy="38578"/>
            </a:xfrm>
            <a:custGeom>
              <a:avLst/>
              <a:gdLst/>
              <a:ahLst/>
              <a:cxnLst/>
              <a:rect l="l" t="t" r="r" b="b"/>
              <a:pathLst>
                <a:path w="3126" h="3125" extrusionOk="0">
                  <a:moveTo>
                    <a:pt x="787" y="0"/>
                  </a:moveTo>
                  <a:lnTo>
                    <a:pt x="0" y="2339"/>
                  </a:lnTo>
                  <a:lnTo>
                    <a:pt x="2341" y="3124"/>
                  </a:lnTo>
                  <a:lnTo>
                    <a:pt x="3126" y="785"/>
                  </a:lnTo>
                  <a:lnTo>
                    <a:pt x="7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1"/>
            <p:cNvSpPr/>
            <p:nvPr/>
          </p:nvSpPr>
          <p:spPr>
            <a:xfrm>
              <a:off x="8781237" y="4313384"/>
              <a:ext cx="38578" cy="38578"/>
            </a:xfrm>
            <a:custGeom>
              <a:avLst/>
              <a:gdLst/>
              <a:ahLst/>
              <a:cxnLst/>
              <a:rect l="l" t="t" r="r" b="b"/>
              <a:pathLst>
                <a:path w="3125" h="3125" extrusionOk="0">
                  <a:moveTo>
                    <a:pt x="785" y="1"/>
                  </a:moveTo>
                  <a:lnTo>
                    <a:pt x="0" y="2340"/>
                  </a:lnTo>
                  <a:lnTo>
                    <a:pt x="2339" y="3125"/>
                  </a:lnTo>
                  <a:lnTo>
                    <a:pt x="3124" y="786"/>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1"/>
            <p:cNvSpPr/>
            <p:nvPr/>
          </p:nvSpPr>
          <p:spPr>
            <a:xfrm>
              <a:off x="8377877" y="4409737"/>
              <a:ext cx="38578" cy="38603"/>
            </a:xfrm>
            <a:custGeom>
              <a:avLst/>
              <a:gdLst/>
              <a:ahLst/>
              <a:cxnLst/>
              <a:rect l="l" t="t" r="r" b="b"/>
              <a:pathLst>
                <a:path w="3125" h="3127" extrusionOk="0">
                  <a:moveTo>
                    <a:pt x="785" y="1"/>
                  </a:moveTo>
                  <a:lnTo>
                    <a:pt x="0" y="2341"/>
                  </a:lnTo>
                  <a:lnTo>
                    <a:pt x="2340" y="3126"/>
                  </a:lnTo>
                  <a:lnTo>
                    <a:pt x="3124" y="786"/>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1"/>
            <p:cNvSpPr/>
            <p:nvPr/>
          </p:nvSpPr>
          <p:spPr>
            <a:xfrm>
              <a:off x="8433479" y="4428440"/>
              <a:ext cx="38578" cy="38578"/>
            </a:xfrm>
            <a:custGeom>
              <a:avLst/>
              <a:gdLst/>
              <a:ahLst/>
              <a:cxnLst/>
              <a:rect l="l" t="t" r="r" b="b"/>
              <a:pathLst>
                <a:path w="3125" h="3125" extrusionOk="0">
                  <a:moveTo>
                    <a:pt x="785" y="0"/>
                  </a:moveTo>
                  <a:lnTo>
                    <a:pt x="0" y="2339"/>
                  </a:lnTo>
                  <a:lnTo>
                    <a:pt x="2339" y="3124"/>
                  </a:lnTo>
                  <a:lnTo>
                    <a:pt x="3124"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1"/>
            <p:cNvSpPr/>
            <p:nvPr/>
          </p:nvSpPr>
          <p:spPr>
            <a:xfrm>
              <a:off x="8489056" y="4447080"/>
              <a:ext cx="38590" cy="38590"/>
            </a:xfrm>
            <a:custGeom>
              <a:avLst/>
              <a:gdLst/>
              <a:ahLst/>
              <a:cxnLst/>
              <a:rect l="l" t="t" r="r" b="b"/>
              <a:pathLst>
                <a:path w="3126" h="3126" extrusionOk="0">
                  <a:moveTo>
                    <a:pt x="785" y="1"/>
                  </a:moveTo>
                  <a:lnTo>
                    <a:pt x="0" y="2341"/>
                  </a:lnTo>
                  <a:lnTo>
                    <a:pt x="2341" y="3126"/>
                  </a:lnTo>
                  <a:lnTo>
                    <a:pt x="3126" y="785"/>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1"/>
            <p:cNvSpPr/>
            <p:nvPr/>
          </p:nvSpPr>
          <p:spPr>
            <a:xfrm>
              <a:off x="8544645" y="4465758"/>
              <a:ext cx="38603" cy="38578"/>
            </a:xfrm>
            <a:custGeom>
              <a:avLst/>
              <a:gdLst/>
              <a:ahLst/>
              <a:cxnLst/>
              <a:rect l="l" t="t" r="r" b="b"/>
              <a:pathLst>
                <a:path w="3127" h="3125" extrusionOk="0">
                  <a:moveTo>
                    <a:pt x="786" y="1"/>
                  </a:moveTo>
                  <a:lnTo>
                    <a:pt x="1" y="2340"/>
                  </a:lnTo>
                  <a:lnTo>
                    <a:pt x="2340" y="3125"/>
                  </a:lnTo>
                  <a:lnTo>
                    <a:pt x="3126" y="785"/>
                  </a:lnTo>
                  <a:lnTo>
                    <a:pt x="7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1"/>
            <p:cNvSpPr/>
            <p:nvPr/>
          </p:nvSpPr>
          <p:spPr>
            <a:xfrm>
              <a:off x="8430306" y="4253622"/>
              <a:ext cx="38590" cy="38578"/>
            </a:xfrm>
            <a:custGeom>
              <a:avLst/>
              <a:gdLst/>
              <a:ahLst/>
              <a:cxnLst/>
              <a:rect l="l" t="t" r="r" b="b"/>
              <a:pathLst>
                <a:path w="3126" h="3125" extrusionOk="0">
                  <a:moveTo>
                    <a:pt x="785" y="0"/>
                  </a:moveTo>
                  <a:lnTo>
                    <a:pt x="0" y="2339"/>
                  </a:lnTo>
                  <a:lnTo>
                    <a:pt x="2341" y="3124"/>
                  </a:lnTo>
                  <a:lnTo>
                    <a:pt x="3126"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1"/>
            <p:cNvSpPr/>
            <p:nvPr/>
          </p:nvSpPr>
          <p:spPr>
            <a:xfrm>
              <a:off x="8485846" y="4272189"/>
              <a:ext cx="38578" cy="38578"/>
            </a:xfrm>
            <a:custGeom>
              <a:avLst/>
              <a:gdLst/>
              <a:ahLst/>
              <a:cxnLst/>
              <a:rect l="l" t="t" r="r" b="b"/>
              <a:pathLst>
                <a:path w="3125" h="3125" extrusionOk="0">
                  <a:moveTo>
                    <a:pt x="785" y="1"/>
                  </a:moveTo>
                  <a:lnTo>
                    <a:pt x="1" y="2340"/>
                  </a:lnTo>
                  <a:lnTo>
                    <a:pt x="2340" y="3125"/>
                  </a:lnTo>
                  <a:lnTo>
                    <a:pt x="3125" y="786"/>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1"/>
            <p:cNvSpPr/>
            <p:nvPr/>
          </p:nvSpPr>
          <p:spPr>
            <a:xfrm>
              <a:off x="8541460" y="4290892"/>
              <a:ext cx="38578" cy="38590"/>
            </a:xfrm>
            <a:custGeom>
              <a:avLst/>
              <a:gdLst/>
              <a:ahLst/>
              <a:cxnLst/>
              <a:rect l="l" t="t" r="r" b="b"/>
              <a:pathLst>
                <a:path w="3125" h="3126" extrusionOk="0">
                  <a:moveTo>
                    <a:pt x="786" y="0"/>
                  </a:moveTo>
                  <a:lnTo>
                    <a:pt x="1" y="2341"/>
                  </a:lnTo>
                  <a:lnTo>
                    <a:pt x="2340" y="3126"/>
                  </a:lnTo>
                  <a:lnTo>
                    <a:pt x="3125" y="785"/>
                  </a:lnTo>
                  <a:lnTo>
                    <a:pt x="7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1"/>
            <p:cNvSpPr/>
            <p:nvPr/>
          </p:nvSpPr>
          <p:spPr>
            <a:xfrm>
              <a:off x="8597025" y="4309495"/>
              <a:ext cx="38578" cy="38578"/>
            </a:xfrm>
            <a:custGeom>
              <a:avLst/>
              <a:gdLst/>
              <a:ahLst/>
              <a:cxnLst/>
              <a:rect l="l" t="t" r="r" b="b"/>
              <a:pathLst>
                <a:path w="3125" h="3125" extrusionOk="0">
                  <a:moveTo>
                    <a:pt x="785" y="1"/>
                  </a:moveTo>
                  <a:lnTo>
                    <a:pt x="0" y="2340"/>
                  </a:lnTo>
                  <a:lnTo>
                    <a:pt x="2340" y="3125"/>
                  </a:lnTo>
                  <a:lnTo>
                    <a:pt x="3125" y="786"/>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1"/>
            <p:cNvSpPr/>
            <p:nvPr/>
          </p:nvSpPr>
          <p:spPr>
            <a:xfrm>
              <a:off x="8652602" y="4328136"/>
              <a:ext cx="38578" cy="38603"/>
            </a:xfrm>
            <a:custGeom>
              <a:avLst/>
              <a:gdLst/>
              <a:ahLst/>
              <a:cxnLst/>
              <a:rect l="l" t="t" r="r" b="b"/>
              <a:pathLst>
                <a:path w="3125" h="3127" extrusionOk="0">
                  <a:moveTo>
                    <a:pt x="786" y="1"/>
                  </a:moveTo>
                  <a:lnTo>
                    <a:pt x="1" y="2341"/>
                  </a:lnTo>
                  <a:lnTo>
                    <a:pt x="2340" y="3126"/>
                  </a:lnTo>
                  <a:lnTo>
                    <a:pt x="3125" y="787"/>
                  </a:lnTo>
                  <a:lnTo>
                    <a:pt x="7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1"/>
            <p:cNvSpPr/>
            <p:nvPr/>
          </p:nvSpPr>
          <p:spPr>
            <a:xfrm>
              <a:off x="8708217" y="4346839"/>
              <a:ext cx="38578" cy="38590"/>
            </a:xfrm>
            <a:custGeom>
              <a:avLst/>
              <a:gdLst/>
              <a:ahLst/>
              <a:cxnLst/>
              <a:rect l="l" t="t" r="r" b="b"/>
              <a:pathLst>
                <a:path w="3125" h="3126" extrusionOk="0">
                  <a:moveTo>
                    <a:pt x="786" y="0"/>
                  </a:moveTo>
                  <a:lnTo>
                    <a:pt x="1" y="2339"/>
                  </a:lnTo>
                  <a:lnTo>
                    <a:pt x="2340" y="3126"/>
                  </a:lnTo>
                  <a:lnTo>
                    <a:pt x="3125" y="785"/>
                  </a:lnTo>
                  <a:lnTo>
                    <a:pt x="7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1"/>
            <p:cNvSpPr/>
            <p:nvPr/>
          </p:nvSpPr>
          <p:spPr>
            <a:xfrm>
              <a:off x="8763806" y="4365492"/>
              <a:ext cx="38578" cy="38578"/>
            </a:xfrm>
            <a:custGeom>
              <a:avLst/>
              <a:gdLst/>
              <a:ahLst/>
              <a:cxnLst/>
              <a:rect l="l" t="t" r="r" b="b"/>
              <a:pathLst>
                <a:path w="3125" h="3125" extrusionOk="0">
                  <a:moveTo>
                    <a:pt x="785" y="1"/>
                  </a:moveTo>
                  <a:lnTo>
                    <a:pt x="0" y="2340"/>
                  </a:lnTo>
                  <a:lnTo>
                    <a:pt x="2339" y="3125"/>
                  </a:lnTo>
                  <a:lnTo>
                    <a:pt x="3124" y="786"/>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8412801" y="4305619"/>
              <a:ext cx="38590" cy="38578"/>
            </a:xfrm>
            <a:custGeom>
              <a:avLst/>
              <a:gdLst/>
              <a:ahLst/>
              <a:cxnLst/>
              <a:rect l="l" t="t" r="r" b="b"/>
              <a:pathLst>
                <a:path w="3126" h="3125" extrusionOk="0">
                  <a:moveTo>
                    <a:pt x="787" y="1"/>
                  </a:moveTo>
                  <a:lnTo>
                    <a:pt x="0" y="2340"/>
                  </a:lnTo>
                  <a:lnTo>
                    <a:pt x="2341" y="3125"/>
                  </a:lnTo>
                  <a:lnTo>
                    <a:pt x="3126" y="786"/>
                  </a:lnTo>
                  <a:lnTo>
                    <a:pt x="7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8468415" y="4324309"/>
              <a:ext cx="38578" cy="38590"/>
            </a:xfrm>
            <a:custGeom>
              <a:avLst/>
              <a:gdLst/>
              <a:ahLst/>
              <a:cxnLst/>
              <a:rect l="l" t="t" r="r" b="b"/>
              <a:pathLst>
                <a:path w="3125" h="3126" extrusionOk="0">
                  <a:moveTo>
                    <a:pt x="785" y="0"/>
                  </a:moveTo>
                  <a:lnTo>
                    <a:pt x="0" y="2341"/>
                  </a:lnTo>
                  <a:lnTo>
                    <a:pt x="2339" y="3125"/>
                  </a:lnTo>
                  <a:lnTo>
                    <a:pt x="3124"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8523992" y="4342963"/>
              <a:ext cx="38578" cy="38578"/>
            </a:xfrm>
            <a:custGeom>
              <a:avLst/>
              <a:gdLst/>
              <a:ahLst/>
              <a:cxnLst/>
              <a:rect l="l" t="t" r="r" b="b"/>
              <a:pathLst>
                <a:path w="3125" h="3125" extrusionOk="0">
                  <a:moveTo>
                    <a:pt x="785" y="1"/>
                  </a:moveTo>
                  <a:lnTo>
                    <a:pt x="1" y="2340"/>
                  </a:lnTo>
                  <a:lnTo>
                    <a:pt x="2340" y="3125"/>
                  </a:lnTo>
                  <a:lnTo>
                    <a:pt x="3125" y="786"/>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8579594" y="4361628"/>
              <a:ext cx="38578" cy="38590"/>
            </a:xfrm>
            <a:custGeom>
              <a:avLst/>
              <a:gdLst/>
              <a:ahLst/>
              <a:cxnLst/>
              <a:rect l="l" t="t" r="r" b="b"/>
              <a:pathLst>
                <a:path w="3125" h="3126" extrusionOk="0">
                  <a:moveTo>
                    <a:pt x="785" y="0"/>
                  </a:moveTo>
                  <a:lnTo>
                    <a:pt x="0" y="2341"/>
                  </a:lnTo>
                  <a:lnTo>
                    <a:pt x="2339" y="3126"/>
                  </a:lnTo>
                  <a:lnTo>
                    <a:pt x="3124"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p:cNvSpPr/>
            <p:nvPr/>
          </p:nvSpPr>
          <p:spPr>
            <a:xfrm>
              <a:off x="8635184" y="4380306"/>
              <a:ext cx="38578" cy="38578"/>
            </a:xfrm>
            <a:custGeom>
              <a:avLst/>
              <a:gdLst/>
              <a:ahLst/>
              <a:cxnLst/>
              <a:rect l="l" t="t" r="r" b="b"/>
              <a:pathLst>
                <a:path w="3125" h="3125" extrusionOk="0">
                  <a:moveTo>
                    <a:pt x="786" y="0"/>
                  </a:moveTo>
                  <a:lnTo>
                    <a:pt x="1" y="2339"/>
                  </a:lnTo>
                  <a:lnTo>
                    <a:pt x="2340" y="3124"/>
                  </a:lnTo>
                  <a:lnTo>
                    <a:pt x="3125" y="785"/>
                  </a:lnTo>
                  <a:lnTo>
                    <a:pt x="7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p:cNvSpPr/>
            <p:nvPr/>
          </p:nvSpPr>
          <p:spPr>
            <a:xfrm>
              <a:off x="8690749" y="4398910"/>
              <a:ext cx="38578" cy="38578"/>
            </a:xfrm>
            <a:custGeom>
              <a:avLst/>
              <a:gdLst/>
              <a:ahLst/>
              <a:cxnLst/>
              <a:rect l="l" t="t" r="r" b="b"/>
              <a:pathLst>
                <a:path w="3125" h="3125" extrusionOk="0">
                  <a:moveTo>
                    <a:pt x="786" y="1"/>
                  </a:moveTo>
                  <a:lnTo>
                    <a:pt x="1" y="2340"/>
                  </a:lnTo>
                  <a:lnTo>
                    <a:pt x="2340" y="3125"/>
                  </a:lnTo>
                  <a:lnTo>
                    <a:pt x="3125" y="786"/>
                  </a:lnTo>
                  <a:lnTo>
                    <a:pt x="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p:cNvSpPr/>
            <p:nvPr/>
          </p:nvSpPr>
          <p:spPr>
            <a:xfrm>
              <a:off x="8746326" y="4417551"/>
              <a:ext cx="38578" cy="38578"/>
            </a:xfrm>
            <a:custGeom>
              <a:avLst/>
              <a:gdLst/>
              <a:ahLst/>
              <a:cxnLst/>
              <a:rect l="l" t="t" r="r" b="b"/>
              <a:pathLst>
                <a:path w="3125" h="3125" extrusionOk="0">
                  <a:moveTo>
                    <a:pt x="786" y="1"/>
                  </a:moveTo>
                  <a:lnTo>
                    <a:pt x="1" y="2340"/>
                  </a:lnTo>
                  <a:lnTo>
                    <a:pt x="2340" y="3125"/>
                  </a:lnTo>
                  <a:lnTo>
                    <a:pt x="3125" y="786"/>
                  </a:lnTo>
                  <a:lnTo>
                    <a:pt x="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p:cNvSpPr/>
            <p:nvPr/>
          </p:nvSpPr>
          <p:spPr>
            <a:xfrm>
              <a:off x="8395382" y="4357764"/>
              <a:ext cx="38590" cy="38590"/>
            </a:xfrm>
            <a:custGeom>
              <a:avLst/>
              <a:gdLst/>
              <a:ahLst/>
              <a:cxnLst/>
              <a:rect l="l" t="t" r="r" b="b"/>
              <a:pathLst>
                <a:path w="3126" h="3126" extrusionOk="0">
                  <a:moveTo>
                    <a:pt x="785" y="1"/>
                  </a:moveTo>
                  <a:lnTo>
                    <a:pt x="0" y="2340"/>
                  </a:lnTo>
                  <a:lnTo>
                    <a:pt x="2339" y="3125"/>
                  </a:lnTo>
                  <a:lnTo>
                    <a:pt x="3126" y="786"/>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p:cNvSpPr/>
            <p:nvPr/>
          </p:nvSpPr>
          <p:spPr>
            <a:xfrm>
              <a:off x="8450947" y="4376381"/>
              <a:ext cx="38578" cy="38578"/>
            </a:xfrm>
            <a:custGeom>
              <a:avLst/>
              <a:gdLst/>
              <a:ahLst/>
              <a:cxnLst/>
              <a:rect l="l" t="t" r="r" b="b"/>
              <a:pathLst>
                <a:path w="3125" h="3125" extrusionOk="0">
                  <a:moveTo>
                    <a:pt x="785" y="0"/>
                  </a:moveTo>
                  <a:lnTo>
                    <a:pt x="0" y="2339"/>
                  </a:lnTo>
                  <a:lnTo>
                    <a:pt x="2339" y="3124"/>
                  </a:lnTo>
                  <a:lnTo>
                    <a:pt x="3124"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p:cNvSpPr/>
            <p:nvPr/>
          </p:nvSpPr>
          <p:spPr>
            <a:xfrm>
              <a:off x="8506524" y="4395022"/>
              <a:ext cx="38578" cy="38578"/>
            </a:xfrm>
            <a:custGeom>
              <a:avLst/>
              <a:gdLst/>
              <a:ahLst/>
              <a:cxnLst/>
              <a:rect l="l" t="t" r="r" b="b"/>
              <a:pathLst>
                <a:path w="3125" h="3125" extrusionOk="0">
                  <a:moveTo>
                    <a:pt x="785" y="1"/>
                  </a:moveTo>
                  <a:lnTo>
                    <a:pt x="0" y="2340"/>
                  </a:lnTo>
                  <a:lnTo>
                    <a:pt x="2340" y="3125"/>
                  </a:lnTo>
                  <a:lnTo>
                    <a:pt x="3124" y="785"/>
                  </a:lnTo>
                  <a:lnTo>
                    <a:pt x="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p:cNvSpPr/>
            <p:nvPr/>
          </p:nvSpPr>
          <p:spPr>
            <a:xfrm>
              <a:off x="8562138" y="4413724"/>
              <a:ext cx="38578" cy="38578"/>
            </a:xfrm>
            <a:custGeom>
              <a:avLst/>
              <a:gdLst/>
              <a:ahLst/>
              <a:cxnLst/>
              <a:rect l="l" t="t" r="r" b="b"/>
              <a:pathLst>
                <a:path w="3125" h="3125" extrusionOk="0">
                  <a:moveTo>
                    <a:pt x="785" y="0"/>
                  </a:moveTo>
                  <a:lnTo>
                    <a:pt x="1" y="2339"/>
                  </a:lnTo>
                  <a:lnTo>
                    <a:pt x="2340" y="3124"/>
                  </a:lnTo>
                  <a:lnTo>
                    <a:pt x="3125"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p:cNvSpPr/>
            <p:nvPr/>
          </p:nvSpPr>
          <p:spPr>
            <a:xfrm>
              <a:off x="8617666" y="4432279"/>
              <a:ext cx="38578" cy="38578"/>
            </a:xfrm>
            <a:custGeom>
              <a:avLst/>
              <a:gdLst/>
              <a:ahLst/>
              <a:cxnLst/>
              <a:rect l="l" t="t" r="r" b="b"/>
              <a:pathLst>
                <a:path w="3125" h="3125" extrusionOk="0">
                  <a:moveTo>
                    <a:pt x="785" y="0"/>
                  </a:moveTo>
                  <a:lnTo>
                    <a:pt x="0" y="2339"/>
                  </a:lnTo>
                  <a:lnTo>
                    <a:pt x="2340" y="3124"/>
                  </a:lnTo>
                  <a:lnTo>
                    <a:pt x="3125" y="785"/>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p:cNvSpPr/>
            <p:nvPr/>
          </p:nvSpPr>
          <p:spPr>
            <a:xfrm>
              <a:off x="8673280" y="4450969"/>
              <a:ext cx="38578" cy="38578"/>
            </a:xfrm>
            <a:custGeom>
              <a:avLst/>
              <a:gdLst/>
              <a:ahLst/>
              <a:cxnLst/>
              <a:rect l="l" t="t" r="r" b="b"/>
              <a:pathLst>
                <a:path w="3125" h="3125" extrusionOk="0">
                  <a:moveTo>
                    <a:pt x="785" y="1"/>
                  </a:moveTo>
                  <a:lnTo>
                    <a:pt x="1" y="2340"/>
                  </a:lnTo>
                  <a:lnTo>
                    <a:pt x="2340" y="3125"/>
                  </a:lnTo>
                  <a:lnTo>
                    <a:pt x="3125" y="786"/>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p:cNvSpPr/>
            <p:nvPr/>
          </p:nvSpPr>
          <p:spPr>
            <a:xfrm>
              <a:off x="8728882" y="4469647"/>
              <a:ext cx="38578" cy="38578"/>
            </a:xfrm>
            <a:custGeom>
              <a:avLst/>
              <a:gdLst/>
              <a:ahLst/>
              <a:cxnLst/>
              <a:rect l="l" t="t" r="r" b="b"/>
              <a:pathLst>
                <a:path w="3125" h="3125" extrusionOk="0">
                  <a:moveTo>
                    <a:pt x="785" y="1"/>
                  </a:moveTo>
                  <a:lnTo>
                    <a:pt x="0" y="2340"/>
                  </a:lnTo>
                  <a:lnTo>
                    <a:pt x="2339" y="3125"/>
                  </a:lnTo>
                  <a:lnTo>
                    <a:pt x="3124" y="786"/>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p:cNvSpPr/>
            <p:nvPr/>
          </p:nvSpPr>
          <p:spPr>
            <a:xfrm>
              <a:off x="8551015" y="4293830"/>
              <a:ext cx="36047" cy="25443"/>
            </a:xfrm>
            <a:custGeom>
              <a:avLst/>
              <a:gdLst/>
              <a:ahLst/>
              <a:cxnLst/>
              <a:rect l="l" t="t" r="r" b="b"/>
              <a:pathLst>
                <a:path w="2920" h="2061" extrusionOk="0">
                  <a:moveTo>
                    <a:pt x="2666" y="1"/>
                  </a:moveTo>
                  <a:lnTo>
                    <a:pt x="721" y="1524"/>
                  </a:lnTo>
                  <a:lnTo>
                    <a:pt x="382" y="664"/>
                  </a:lnTo>
                  <a:lnTo>
                    <a:pt x="0" y="814"/>
                  </a:lnTo>
                  <a:lnTo>
                    <a:pt x="440" y="1930"/>
                  </a:lnTo>
                  <a:cubicBezTo>
                    <a:pt x="463" y="1991"/>
                    <a:pt x="514" y="2036"/>
                    <a:pt x="576" y="2053"/>
                  </a:cubicBezTo>
                  <a:cubicBezTo>
                    <a:pt x="594" y="2057"/>
                    <a:pt x="612" y="2060"/>
                    <a:pt x="630" y="2060"/>
                  </a:cubicBezTo>
                  <a:cubicBezTo>
                    <a:pt x="676" y="2060"/>
                    <a:pt x="720" y="2045"/>
                    <a:pt x="757" y="2016"/>
                  </a:cubicBezTo>
                  <a:lnTo>
                    <a:pt x="2920" y="324"/>
                  </a:lnTo>
                  <a:lnTo>
                    <a:pt x="2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p:cNvSpPr/>
            <p:nvPr/>
          </p:nvSpPr>
          <p:spPr>
            <a:xfrm>
              <a:off x="8462699" y="4378677"/>
              <a:ext cx="36072" cy="25418"/>
            </a:xfrm>
            <a:custGeom>
              <a:avLst/>
              <a:gdLst/>
              <a:ahLst/>
              <a:cxnLst/>
              <a:rect l="l" t="t" r="r" b="b"/>
              <a:pathLst>
                <a:path w="2922" h="2059" extrusionOk="0">
                  <a:moveTo>
                    <a:pt x="2668" y="0"/>
                  </a:moveTo>
                  <a:lnTo>
                    <a:pt x="722" y="1523"/>
                  </a:lnTo>
                  <a:lnTo>
                    <a:pt x="382" y="663"/>
                  </a:lnTo>
                  <a:lnTo>
                    <a:pt x="1" y="814"/>
                  </a:lnTo>
                  <a:lnTo>
                    <a:pt x="441" y="1929"/>
                  </a:lnTo>
                  <a:cubicBezTo>
                    <a:pt x="465" y="1989"/>
                    <a:pt x="516" y="2034"/>
                    <a:pt x="578" y="2051"/>
                  </a:cubicBezTo>
                  <a:cubicBezTo>
                    <a:pt x="595" y="2057"/>
                    <a:pt x="614" y="2058"/>
                    <a:pt x="632" y="2058"/>
                  </a:cubicBezTo>
                  <a:cubicBezTo>
                    <a:pt x="678" y="2058"/>
                    <a:pt x="722" y="2044"/>
                    <a:pt x="759" y="2016"/>
                  </a:cubicBezTo>
                  <a:lnTo>
                    <a:pt x="2922" y="323"/>
                  </a:lnTo>
                  <a:lnTo>
                    <a:pt x="2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p:cNvSpPr/>
            <p:nvPr/>
          </p:nvSpPr>
          <p:spPr>
            <a:xfrm>
              <a:off x="8574076" y="4416415"/>
              <a:ext cx="36072" cy="25443"/>
            </a:xfrm>
            <a:custGeom>
              <a:avLst/>
              <a:gdLst/>
              <a:ahLst/>
              <a:cxnLst/>
              <a:rect l="l" t="t" r="r" b="b"/>
              <a:pathLst>
                <a:path w="2922" h="2061" extrusionOk="0">
                  <a:moveTo>
                    <a:pt x="2667" y="1"/>
                  </a:moveTo>
                  <a:lnTo>
                    <a:pt x="721" y="1524"/>
                  </a:lnTo>
                  <a:lnTo>
                    <a:pt x="382" y="663"/>
                  </a:lnTo>
                  <a:lnTo>
                    <a:pt x="0" y="814"/>
                  </a:lnTo>
                  <a:lnTo>
                    <a:pt x="440" y="1930"/>
                  </a:lnTo>
                  <a:cubicBezTo>
                    <a:pt x="464" y="1991"/>
                    <a:pt x="515" y="2036"/>
                    <a:pt x="578" y="2053"/>
                  </a:cubicBezTo>
                  <a:cubicBezTo>
                    <a:pt x="595" y="2057"/>
                    <a:pt x="613" y="2059"/>
                    <a:pt x="632" y="2059"/>
                  </a:cubicBezTo>
                  <a:lnTo>
                    <a:pt x="632" y="2060"/>
                  </a:lnTo>
                  <a:cubicBezTo>
                    <a:pt x="677" y="2060"/>
                    <a:pt x="721" y="2045"/>
                    <a:pt x="758" y="2016"/>
                  </a:cubicBezTo>
                  <a:lnTo>
                    <a:pt x="2921" y="324"/>
                  </a:lnTo>
                  <a:lnTo>
                    <a:pt x="26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p:cNvSpPr/>
            <p:nvPr/>
          </p:nvSpPr>
          <p:spPr>
            <a:xfrm>
              <a:off x="8679959" y="4279522"/>
              <a:ext cx="36047" cy="25431"/>
            </a:xfrm>
            <a:custGeom>
              <a:avLst/>
              <a:gdLst/>
              <a:ahLst/>
              <a:cxnLst/>
              <a:rect l="l" t="t" r="r" b="b"/>
              <a:pathLst>
                <a:path w="2920" h="2060" extrusionOk="0">
                  <a:moveTo>
                    <a:pt x="2667" y="0"/>
                  </a:moveTo>
                  <a:lnTo>
                    <a:pt x="721" y="1523"/>
                  </a:lnTo>
                  <a:lnTo>
                    <a:pt x="382" y="663"/>
                  </a:lnTo>
                  <a:lnTo>
                    <a:pt x="0" y="813"/>
                  </a:lnTo>
                  <a:lnTo>
                    <a:pt x="440" y="1929"/>
                  </a:lnTo>
                  <a:cubicBezTo>
                    <a:pt x="463" y="1990"/>
                    <a:pt x="514" y="2035"/>
                    <a:pt x="577" y="2053"/>
                  </a:cubicBezTo>
                  <a:cubicBezTo>
                    <a:pt x="595" y="2057"/>
                    <a:pt x="612" y="2060"/>
                    <a:pt x="631" y="2060"/>
                  </a:cubicBezTo>
                  <a:cubicBezTo>
                    <a:pt x="676" y="2060"/>
                    <a:pt x="720" y="2044"/>
                    <a:pt x="757" y="2016"/>
                  </a:cubicBezTo>
                  <a:lnTo>
                    <a:pt x="2920" y="322"/>
                  </a:lnTo>
                  <a:lnTo>
                    <a:pt x="2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p:cNvSpPr/>
            <p:nvPr/>
          </p:nvSpPr>
          <p:spPr>
            <a:xfrm>
              <a:off x="8417949" y="4102297"/>
              <a:ext cx="112623" cy="99291"/>
            </a:xfrm>
            <a:custGeom>
              <a:avLst/>
              <a:gdLst/>
              <a:ahLst/>
              <a:cxnLst/>
              <a:rect l="l" t="t" r="r" b="b"/>
              <a:pathLst>
                <a:path w="9123" h="8043" extrusionOk="0">
                  <a:moveTo>
                    <a:pt x="1147" y="1"/>
                  </a:moveTo>
                  <a:cubicBezTo>
                    <a:pt x="1147" y="1"/>
                    <a:pt x="1" y="3631"/>
                    <a:pt x="668" y="4212"/>
                  </a:cubicBezTo>
                  <a:lnTo>
                    <a:pt x="5295" y="7431"/>
                  </a:lnTo>
                  <a:cubicBezTo>
                    <a:pt x="5954" y="7881"/>
                    <a:pt x="6535" y="8043"/>
                    <a:pt x="7028" y="8043"/>
                  </a:cubicBezTo>
                  <a:cubicBezTo>
                    <a:pt x="8105" y="8043"/>
                    <a:pt x="8764" y="7270"/>
                    <a:pt x="8910" y="7036"/>
                  </a:cubicBezTo>
                  <a:cubicBezTo>
                    <a:pt x="9123" y="6694"/>
                    <a:pt x="9021" y="6303"/>
                    <a:pt x="8292" y="5574"/>
                  </a:cubicBezTo>
                  <a:lnTo>
                    <a:pt x="3780" y="1275"/>
                  </a:lnTo>
                  <a:cubicBezTo>
                    <a:pt x="2503" y="35"/>
                    <a:pt x="1147" y="1"/>
                    <a:pt x="1147" y="1"/>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p:cNvSpPr/>
            <p:nvPr/>
          </p:nvSpPr>
          <p:spPr>
            <a:xfrm>
              <a:off x="8496401" y="4160281"/>
              <a:ext cx="26591" cy="29406"/>
            </a:xfrm>
            <a:custGeom>
              <a:avLst/>
              <a:gdLst/>
              <a:ahLst/>
              <a:cxnLst/>
              <a:rect l="l" t="t" r="r" b="b"/>
              <a:pathLst>
                <a:path w="2154" h="2382" extrusionOk="0">
                  <a:moveTo>
                    <a:pt x="636" y="0"/>
                  </a:moveTo>
                  <a:cubicBezTo>
                    <a:pt x="610" y="43"/>
                    <a:pt x="0" y="1062"/>
                    <a:pt x="1919" y="2382"/>
                  </a:cubicBezTo>
                  <a:lnTo>
                    <a:pt x="1920" y="2382"/>
                  </a:lnTo>
                  <a:lnTo>
                    <a:pt x="2153" y="2044"/>
                  </a:lnTo>
                  <a:cubicBezTo>
                    <a:pt x="582" y="964"/>
                    <a:pt x="982" y="223"/>
                    <a:pt x="986" y="216"/>
                  </a:cubicBezTo>
                  <a:lnTo>
                    <a:pt x="6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p:cNvSpPr/>
            <p:nvPr/>
          </p:nvSpPr>
          <p:spPr>
            <a:xfrm>
              <a:off x="6400356" y="2425611"/>
              <a:ext cx="310934" cy="298045"/>
            </a:xfrm>
            <a:custGeom>
              <a:avLst/>
              <a:gdLst/>
              <a:ahLst/>
              <a:cxnLst/>
              <a:rect l="l" t="t" r="r" b="b"/>
              <a:pathLst>
                <a:path w="25187" h="24143" extrusionOk="0">
                  <a:moveTo>
                    <a:pt x="4960" y="1"/>
                  </a:moveTo>
                  <a:cubicBezTo>
                    <a:pt x="3663" y="1"/>
                    <a:pt x="3036" y="1374"/>
                    <a:pt x="3994" y="2356"/>
                  </a:cubicBezTo>
                  <a:cubicBezTo>
                    <a:pt x="3772" y="2201"/>
                    <a:pt x="3543" y="2132"/>
                    <a:pt x="3324" y="2132"/>
                  </a:cubicBezTo>
                  <a:cubicBezTo>
                    <a:pt x="2192" y="2132"/>
                    <a:pt x="1310" y="3965"/>
                    <a:pt x="2975" y="5333"/>
                  </a:cubicBezTo>
                  <a:cubicBezTo>
                    <a:pt x="2763" y="5189"/>
                    <a:pt x="2506" y="5120"/>
                    <a:pt x="2245" y="5120"/>
                  </a:cubicBezTo>
                  <a:cubicBezTo>
                    <a:pt x="1157" y="5120"/>
                    <a:pt x="1" y="6319"/>
                    <a:pt x="1744" y="8328"/>
                  </a:cubicBezTo>
                  <a:cubicBezTo>
                    <a:pt x="1976" y="8577"/>
                    <a:pt x="3060" y="9672"/>
                    <a:pt x="3036" y="9672"/>
                  </a:cubicBezTo>
                  <a:cubicBezTo>
                    <a:pt x="3034" y="9672"/>
                    <a:pt x="3021" y="9661"/>
                    <a:pt x="2996" y="9639"/>
                  </a:cubicBezTo>
                  <a:cubicBezTo>
                    <a:pt x="2919" y="9581"/>
                    <a:pt x="2828" y="9554"/>
                    <a:pt x="2732" y="9554"/>
                  </a:cubicBezTo>
                  <a:cubicBezTo>
                    <a:pt x="2049" y="9554"/>
                    <a:pt x="1083" y="10927"/>
                    <a:pt x="2653" y="12617"/>
                  </a:cubicBezTo>
                  <a:cubicBezTo>
                    <a:pt x="2653" y="12617"/>
                    <a:pt x="9085" y="20594"/>
                    <a:pt x="13008" y="22279"/>
                  </a:cubicBezTo>
                  <a:cubicBezTo>
                    <a:pt x="13506" y="22492"/>
                    <a:pt x="16099" y="24143"/>
                    <a:pt x="18839" y="24143"/>
                  </a:cubicBezTo>
                  <a:cubicBezTo>
                    <a:pt x="20290" y="24143"/>
                    <a:pt x="21783" y="23680"/>
                    <a:pt x="23026" y="22296"/>
                  </a:cubicBezTo>
                  <a:lnTo>
                    <a:pt x="23025" y="22296"/>
                  </a:lnTo>
                  <a:cubicBezTo>
                    <a:pt x="25187" y="19888"/>
                    <a:pt x="24483" y="16551"/>
                    <a:pt x="23578" y="14276"/>
                  </a:cubicBezTo>
                  <a:cubicBezTo>
                    <a:pt x="22981" y="12769"/>
                    <a:pt x="21655" y="8320"/>
                    <a:pt x="16462" y="3049"/>
                  </a:cubicBezTo>
                  <a:cubicBezTo>
                    <a:pt x="16367" y="2972"/>
                    <a:pt x="16247" y="2920"/>
                    <a:pt x="16123" y="2920"/>
                  </a:cubicBezTo>
                  <a:cubicBezTo>
                    <a:pt x="16013" y="2920"/>
                    <a:pt x="15900" y="2961"/>
                    <a:pt x="15802" y="3062"/>
                  </a:cubicBezTo>
                  <a:cubicBezTo>
                    <a:pt x="14360" y="5470"/>
                    <a:pt x="18175" y="8540"/>
                    <a:pt x="17485" y="9438"/>
                  </a:cubicBezTo>
                  <a:cubicBezTo>
                    <a:pt x="17485" y="9438"/>
                    <a:pt x="7839" y="1356"/>
                    <a:pt x="6528" y="581"/>
                  </a:cubicBezTo>
                  <a:cubicBezTo>
                    <a:pt x="5949" y="169"/>
                    <a:pt x="5414" y="1"/>
                    <a:pt x="4960" y="1"/>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p:cNvSpPr/>
            <p:nvPr/>
          </p:nvSpPr>
          <p:spPr>
            <a:xfrm>
              <a:off x="6436008" y="2544605"/>
              <a:ext cx="73984" cy="63700"/>
            </a:xfrm>
            <a:custGeom>
              <a:avLst/>
              <a:gdLst/>
              <a:ahLst/>
              <a:cxnLst/>
              <a:rect l="l" t="t" r="r" b="b"/>
              <a:pathLst>
                <a:path w="5993" h="5160" extrusionOk="0">
                  <a:moveTo>
                    <a:pt x="266" y="0"/>
                  </a:moveTo>
                  <a:lnTo>
                    <a:pt x="0" y="314"/>
                  </a:lnTo>
                  <a:lnTo>
                    <a:pt x="5727" y="5159"/>
                  </a:lnTo>
                  <a:lnTo>
                    <a:pt x="5993" y="4846"/>
                  </a:lnTo>
                  <a:lnTo>
                    <a:pt x="266"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p:cNvSpPr/>
            <p:nvPr/>
          </p:nvSpPr>
          <p:spPr>
            <a:xfrm>
              <a:off x="6435255" y="2490336"/>
              <a:ext cx="94205" cy="86625"/>
            </a:xfrm>
            <a:custGeom>
              <a:avLst/>
              <a:gdLst/>
              <a:ahLst/>
              <a:cxnLst/>
              <a:rect l="l" t="t" r="r" b="b"/>
              <a:pathLst>
                <a:path w="7631" h="7017" extrusionOk="0">
                  <a:moveTo>
                    <a:pt x="277" y="0"/>
                  </a:moveTo>
                  <a:lnTo>
                    <a:pt x="0" y="304"/>
                  </a:lnTo>
                  <a:lnTo>
                    <a:pt x="7354" y="7016"/>
                  </a:lnTo>
                  <a:lnTo>
                    <a:pt x="7631" y="6712"/>
                  </a:lnTo>
                  <a:lnTo>
                    <a:pt x="277"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p:cNvSpPr/>
            <p:nvPr/>
          </p:nvSpPr>
          <p:spPr>
            <a:xfrm>
              <a:off x="6448625" y="2452906"/>
              <a:ext cx="105895" cy="93180"/>
            </a:xfrm>
            <a:custGeom>
              <a:avLst/>
              <a:gdLst/>
              <a:ahLst/>
              <a:cxnLst/>
              <a:rect l="l" t="t" r="r" b="b"/>
              <a:pathLst>
                <a:path w="8578" h="7548" extrusionOk="0">
                  <a:moveTo>
                    <a:pt x="270" y="1"/>
                  </a:moveTo>
                  <a:lnTo>
                    <a:pt x="0" y="310"/>
                  </a:lnTo>
                  <a:lnTo>
                    <a:pt x="8308" y="7547"/>
                  </a:lnTo>
                  <a:lnTo>
                    <a:pt x="8577" y="7238"/>
                  </a:lnTo>
                  <a:lnTo>
                    <a:pt x="270" y="1"/>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p:cNvSpPr/>
            <p:nvPr/>
          </p:nvSpPr>
          <p:spPr>
            <a:xfrm>
              <a:off x="6499400" y="2529914"/>
              <a:ext cx="67083" cy="90464"/>
            </a:xfrm>
            <a:custGeom>
              <a:avLst/>
              <a:gdLst/>
              <a:ahLst/>
              <a:cxnLst/>
              <a:rect l="l" t="t" r="r" b="b"/>
              <a:pathLst>
                <a:path w="5434" h="7328" extrusionOk="0">
                  <a:moveTo>
                    <a:pt x="5130" y="1"/>
                  </a:moveTo>
                  <a:cubicBezTo>
                    <a:pt x="2683" y="2697"/>
                    <a:pt x="1007" y="5037"/>
                    <a:pt x="1" y="7151"/>
                  </a:cubicBezTo>
                  <a:lnTo>
                    <a:pt x="372" y="7327"/>
                  </a:lnTo>
                  <a:cubicBezTo>
                    <a:pt x="1359" y="5249"/>
                    <a:pt x="3015" y="2943"/>
                    <a:pt x="5434" y="276"/>
                  </a:cubicBezTo>
                  <a:lnTo>
                    <a:pt x="5130" y="1"/>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p:cNvSpPr/>
            <p:nvPr/>
          </p:nvSpPr>
          <p:spPr>
            <a:xfrm>
              <a:off x="6582198" y="2540766"/>
              <a:ext cx="37800" cy="100562"/>
            </a:xfrm>
            <a:custGeom>
              <a:avLst/>
              <a:gdLst/>
              <a:ahLst/>
              <a:cxnLst/>
              <a:rect l="l" t="t" r="r" b="b"/>
              <a:pathLst>
                <a:path w="3062" h="8146" extrusionOk="0">
                  <a:moveTo>
                    <a:pt x="2582" y="0"/>
                  </a:moveTo>
                  <a:cubicBezTo>
                    <a:pt x="2556" y="41"/>
                    <a:pt x="0" y="4176"/>
                    <a:pt x="2724" y="8146"/>
                  </a:cubicBezTo>
                  <a:lnTo>
                    <a:pt x="3062" y="7915"/>
                  </a:lnTo>
                  <a:cubicBezTo>
                    <a:pt x="494" y="4170"/>
                    <a:pt x="2904" y="259"/>
                    <a:pt x="2930" y="219"/>
                  </a:cubicBezTo>
                  <a:lnTo>
                    <a:pt x="2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p:cNvSpPr/>
            <p:nvPr/>
          </p:nvSpPr>
          <p:spPr>
            <a:xfrm>
              <a:off x="6466130" y="3048022"/>
              <a:ext cx="763588" cy="565438"/>
            </a:xfrm>
            <a:custGeom>
              <a:avLst/>
              <a:gdLst/>
              <a:ahLst/>
              <a:cxnLst/>
              <a:rect l="l" t="t" r="r" b="b"/>
              <a:pathLst>
                <a:path w="61854" h="45803" extrusionOk="0">
                  <a:moveTo>
                    <a:pt x="9343" y="0"/>
                  </a:moveTo>
                  <a:cubicBezTo>
                    <a:pt x="3994" y="0"/>
                    <a:pt x="1" y="3607"/>
                    <a:pt x="188" y="10240"/>
                  </a:cubicBezTo>
                  <a:cubicBezTo>
                    <a:pt x="273" y="13281"/>
                    <a:pt x="1739" y="16200"/>
                    <a:pt x="4007" y="18379"/>
                  </a:cubicBezTo>
                  <a:lnTo>
                    <a:pt x="4150" y="18517"/>
                  </a:lnTo>
                  <a:cubicBezTo>
                    <a:pt x="4592" y="18925"/>
                    <a:pt x="4982" y="19245"/>
                    <a:pt x="5380" y="19533"/>
                  </a:cubicBezTo>
                  <a:lnTo>
                    <a:pt x="38011" y="41648"/>
                  </a:lnTo>
                  <a:cubicBezTo>
                    <a:pt x="39757" y="43269"/>
                    <a:pt x="41791" y="44427"/>
                    <a:pt x="44042" y="45080"/>
                  </a:cubicBezTo>
                  <a:cubicBezTo>
                    <a:pt x="45692" y="45558"/>
                    <a:pt x="47302" y="45802"/>
                    <a:pt x="48830" y="45802"/>
                  </a:cubicBezTo>
                  <a:cubicBezTo>
                    <a:pt x="53198" y="45802"/>
                    <a:pt x="56898" y="43808"/>
                    <a:pt x="58962" y="39596"/>
                  </a:cubicBezTo>
                  <a:cubicBezTo>
                    <a:pt x="61853" y="33698"/>
                    <a:pt x="59489" y="28400"/>
                    <a:pt x="54284" y="24183"/>
                  </a:cubicBezTo>
                  <a:lnTo>
                    <a:pt x="54196" y="24113"/>
                  </a:lnTo>
                  <a:cubicBezTo>
                    <a:pt x="53638" y="23672"/>
                    <a:pt x="53097" y="23297"/>
                    <a:pt x="52558" y="22972"/>
                  </a:cubicBezTo>
                  <a:lnTo>
                    <a:pt x="17849" y="2945"/>
                  </a:lnTo>
                  <a:lnTo>
                    <a:pt x="17836" y="2958"/>
                  </a:lnTo>
                  <a:lnTo>
                    <a:pt x="17426" y="2659"/>
                  </a:lnTo>
                  <a:cubicBezTo>
                    <a:pt x="16339" y="1846"/>
                    <a:pt x="15156" y="1220"/>
                    <a:pt x="13911" y="799"/>
                  </a:cubicBezTo>
                  <a:cubicBezTo>
                    <a:pt x="12327" y="263"/>
                    <a:pt x="10785" y="0"/>
                    <a:pt x="93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p:cNvSpPr/>
            <p:nvPr/>
          </p:nvSpPr>
          <p:spPr>
            <a:xfrm>
              <a:off x="6522213" y="2683659"/>
              <a:ext cx="177928" cy="71379"/>
            </a:xfrm>
            <a:custGeom>
              <a:avLst/>
              <a:gdLst/>
              <a:ahLst/>
              <a:cxnLst/>
              <a:rect l="l" t="t" r="r" b="b"/>
              <a:pathLst>
                <a:path w="14413" h="5782" extrusionOk="0">
                  <a:moveTo>
                    <a:pt x="274" y="0"/>
                  </a:moveTo>
                  <a:lnTo>
                    <a:pt x="1" y="5008"/>
                  </a:lnTo>
                  <a:lnTo>
                    <a:pt x="14139" y="5781"/>
                  </a:lnTo>
                  <a:lnTo>
                    <a:pt x="14413" y="774"/>
                  </a:lnTo>
                  <a:lnTo>
                    <a:pt x="14413" y="774"/>
                  </a:lnTo>
                  <a:cubicBezTo>
                    <a:pt x="13457" y="1199"/>
                    <a:pt x="11779" y="1368"/>
                    <a:pt x="9899" y="1368"/>
                  </a:cubicBezTo>
                  <a:cubicBezTo>
                    <a:pt x="6059" y="1368"/>
                    <a:pt x="1375" y="663"/>
                    <a:pt x="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p:cNvSpPr/>
            <p:nvPr/>
          </p:nvSpPr>
          <p:spPr>
            <a:xfrm>
              <a:off x="6465562" y="2741359"/>
              <a:ext cx="284305" cy="557080"/>
            </a:xfrm>
            <a:custGeom>
              <a:avLst/>
              <a:gdLst/>
              <a:ahLst/>
              <a:cxnLst/>
              <a:rect l="l" t="t" r="r" b="b"/>
              <a:pathLst>
                <a:path w="23030" h="45126" extrusionOk="0">
                  <a:moveTo>
                    <a:pt x="4588" y="0"/>
                  </a:moveTo>
                  <a:cubicBezTo>
                    <a:pt x="357" y="1320"/>
                    <a:pt x="1040" y="21539"/>
                    <a:pt x="93" y="34244"/>
                  </a:cubicBezTo>
                  <a:cubicBezTo>
                    <a:pt x="0" y="41165"/>
                    <a:pt x="5074" y="45125"/>
                    <a:pt x="10330" y="45125"/>
                  </a:cubicBezTo>
                  <a:cubicBezTo>
                    <a:pt x="15956" y="45125"/>
                    <a:pt x="21791" y="40591"/>
                    <a:pt x="21730" y="30298"/>
                  </a:cubicBezTo>
                  <a:cubicBezTo>
                    <a:pt x="21418" y="18645"/>
                    <a:pt x="23030" y="2317"/>
                    <a:pt x="18779" y="227"/>
                  </a:cubicBezTo>
                  <a:lnTo>
                    <a:pt x="45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p:cNvSpPr/>
            <p:nvPr/>
          </p:nvSpPr>
          <p:spPr>
            <a:xfrm>
              <a:off x="6520584" y="2739397"/>
              <a:ext cx="178175" cy="23591"/>
            </a:xfrm>
            <a:custGeom>
              <a:avLst/>
              <a:gdLst/>
              <a:ahLst/>
              <a:cxnLst/>
              <a:rect l="l" t="t" r="r" b="b"/>
              <a:pathLst>
                <a:path w="14433" h="1911" extrusionOk="0">
                  <a:moveTo>
                    <a:pt x="262" y="0"/>
                  </a:moveTo>
                  <a:lnTo>
                    <a:pt x="1" y="317"/>
                  </a:lnTo>
                  <a:cubicBezTo>
                    <a:pt x="1213" y="1319"/>
                    <a:pt x="4430" y="1911"/>
                    <a:pt x="7628" y="1911"/>
                  </a:cubicBezTo>
                  <a:cubicBezTo>
                    <a:pt x="10307" y="1911"/>
                    <a:pt x="12972" y="1495"/>
                    <a:pt x="14433" y="559"/>
                  </a:cubicBezTo>
                  <a:lnTo>
                    <a:pt x="14211" y="213"/>
                  </a:lnTo>
                  <a:cubicBezTo>
                    <a:pt x="12828" y="1100"/>
                    <a:pt x="10230" y="1494"/>
                    <a:pt x="7618" y="1494"/>
                  </a:cubicBezTo>
                  <a:cubicBezTo>
                    <a:pt x="4518" y="1494"/>
                    <a:pt x="1398" y="940"/>
                    <a:pt x="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p:cNvSpPr/>
            <p:nvPr/>
          </p:nvSpPr>
          <p:spPr>
            <a:xfrm>
              <a:off x="6699833" y="3109747"/>
              <a:ext cx="37739" cy="25394"/>
            </a:xfrm>
            <a:custGeom>
              <a:avLst/>
              <a:gdLst/>
              <a:ahLst/>
              <a:cxnLst/>
              <a:rect l="l" t="t" r="r" b="b"/>
              <a:pathLst>
                <a:path w="3057" h="2057" extrusionOk="0">
                  <a:moveTo>
                    <a:pt x="2837" y="1"/>
                  </a:moveTo>
                  <a:cubicBezTo>
                    <a:pt x="2818" y="1"/>
                    <a:pt x="2798" y="4"/>
                    <a:pt x="2778" y="10"/>
                  </a:cubicBezTo>
                  <a:cubicBezTo>
                    <a:pt x="92" y="813"/>
                    <a:pt x="33" y="853"/>
                    <a:pt x="1" y="874"/>
                  </a:cubicBezTo>
                  <a:lnTo>
                    <a:pt x="205" y="1229"/>
                  </a:lnTo>
                  <a:cubicBezTo>
                    <a:pt x="309" y="1185"/>
                    <a:pt x="1427" y="845"/>
                    <a:pt x="2361" y="563"/>
                  </a:cubicBezTo>
                  <a:lnTo>
                    <a:pt x="2361" y="563"/>
                  </a:lnTo>
                  <a:lnTo>
                    <a:pt x="1536" y="1832"/>
                  </a:lnTo>
                  <a:lnTo>
                    <a:pt x="1880" y="2057"/>
                  </a:lnTo>
                  <a:lnTo>
                    <a:pt x="3010" y="318"/>
                  </a:lnTo>
                  <a:cubicBezTo>
                    <a:pt x="3057" y="246"/>
                    <a:pt x="3054" y="152"/>
                    <a:pt x="3001" y="84"/>
                  </a:cubicBezTo>
                  <a:cubicBezTo>
                    <a:pt x="2962" y="31"/>
                    <a:pt x="2900" y="1"/>
                    <a:pt x="2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p:cNvSpPr/>
            <p:nvPr/>
          </p:nvSpPr>
          <p:spPr>
            <a:xfrm>
              <a:off x="6725190" y="3418569"/>
              <a:ext cx="158831" cy="109932"/>
            </a:xfrm>
            <a:custGeom>
              <a:avLst/>
              <a:gdLst/>
              <a:ahLst/>
              <a:cxnLst/>
              <a:rect l="l" t="t" r="r" b="b"/>
              <a:pathLst>
                <a:path w="12866" h="8905" extrusionOk="0">
                  <a:moveTo>
                    <a:pt x="230" y="0"/>
                  </a:moveTo>
                  <a:lnTo>
                    <a:pt x="1" y="341"/>
                  </a:lnTo>
                  <a:lnTo>
                    <a:pt x="12636" y="8904"/>
                  </a:lnTo>
                  <a:lnTo>
                    <a:pt x="12866" y="8565"/>
                  </a:lnTo>
                  <a:lnTo>
                    <a:pt x="2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p:cNvSpPr/>
            <p:nvPr/>
          </p:nvSpPr>
          <p:spPr>
            <a:xfrm>
              <a:off x="6298312" y="2268818"/>
              <a:ext cx="420150" cy="482480"/>
            </a:xfrm>
            <a:custGeom>
              <a:avLst/>
              <a:gdLst/>
              <a:ahLst/>
              <a:cxnLst/>
              <a:rect l="l" t="t" r="r" b="b"/>
              <a:pathLst>
                <a:path w="34034" h="39083" extrusionOk="0">
                  <a:moveTo>
                    <a:pt x="18604" y="0"/>
                  </a:moveTo>
                  <a:cubicBezTo>
                    <a:pt x="18580" y="0"/>
                    <a:pt x="18556" y="13"/>
                    <a:pt x="18542" y="35"/>
                  </a:cubicBezTo>
                  <a:lnTo>
                    <a:pt x="22" y="29240"/>
                  </a:lnTo>
                  <a:cubicBezTo>
                    <a:pt x="1" y="29274"/>
                    <a:pt x="11" y="29318"/>
                    <a:pt x="45" y="29340"/>
                  </a:cubicBezTo>
                  <a:lnTo>
                    <a:pt x="15391" y="39072"/>
                  </a:lnTo>
                  <a:cubicBezTo>
                    <a:pt x="15403" y="39079"/>
                    <a:pt x="15417" y="39083"/>
                    <a:pt x="15430" y="39083"/>
                  </a:cubicBezTo>
                  <a:cubicBezTo>
                    <a:pt x="15454" y="39083"/>
                    <a:pt x="15478" y="39071"/>
                    <a:pt x="15492" y="39049"/>
                  </a:cubicBezTo>
                  <a:lnTo>
                    <a:pt x="34012" y="9844"/>
                  </a:lnTo>
                  <a:cubicBezTo>
                    <a:pt x="34033" y="9810"/>
                    <a:pt x="34023" y="9764"/>
                    <a:pt x="33989" y="9743"/>
                  </a:cubicBezTo>
                  <a:lnTo>
                    <a:pt x="18643" y="12"/>
                  </a:lnTo>
                  <a:cubicBezTo>
                    <a:pt x="18631" y="4"/>
                    <a:pt x="18617" y="0"/>
                    <a:pt x="186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p:cNvSpPr/>
            <p:nvPr/>
          </p:nvSpPr>
          <p:spPr>
            <a:xfrm>
              <a:off x="6343483" y="2327925"/>
              <a:ext cx="329821" cy="364276"/>
            </a:xfrm>
            <a:custGeom>
              <a:avLst/>
              <a:gdLst/>
              <a:ahLst/>
              <a:cxnLst/>
              <a:rect l="l" t="t" r="r" b="b"/>
              <a:pathLst>
                <a:path w="26717" h="29508" extrusionOk="0">
                  <a:moveTo>
                    <a:pt x="13330" y="0"/>
                  </a:moveTo>
                  <a:lnTo>
                    <a:pt x="1" y="21018"/>
                  </a:lnTo>
                  <a:lnTo>
                    <a:pt x="13387" y="29507"/>
                  </a:lnTo>
                  <a:lnTo>
                    <a:pt x="26716" y="8488"/>
                  </a:lnTo>
                  <a:lnTo>
                    <a:pt x="133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p:cNvSpPr/>
            <p:nvPr/>
          </p:nvSpPr>
          <p:spPr>
            <a:xfrm>
              <a:off x="6584136" y="2342443"/>
              <a:ext cx="42380" cy="29455"/>
            </a:xfrm>
            <a:custGeom>
              <a:avLst/>
              <a:gdLst/>
              <a:ahLst/>
              <a:cxnLst/>
              <a:rect l="l" t="t" r="r" b="b"/>
              <a:pathLst>
                <a:path w="3433" h="2386" extrusionOk="0">
                  <a:moveTo>
                    <a:pt x="221" y="1"/>
                  </a:moveTo>
                  <a:lnTo>
                    <a:pt x="1" y="349"/>
                  </a:lnTo>
                  <a:lnTo>
                    <a:pt x="3213" y="2385"/>
                  </a:lnTo>
                  <a:lnTo>
                    <a:pt x="3433" y="2038"/>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p:cNvSpPr/>
            <p:nvPr/>
          </p:nvSpPr>
          <p:spPr>
            <a:xfrm>
              <a:off x="6390591" y="2646365"/>
              <a:ext cx="37702" cy="37566"/>
            </a:xfrm>
            <a:custGeom>
              <a:avLst/>
              <a:gdLst/>
              <a:ahLst/>
              <a:cxnLst/>
              <a:rect l="l" t="t" r="r" b="b"/>
              <a:pathLst>
                <a:path w="3054" h="3043" extrusionOk="0">
                  <a:moveTo>
                    <a:pt x="1578" y="0"/>
                  </a:moveTo>
                  <a:cubicBezTo>
                    <a:pt x="1466" y="0"/>
                    <a:pt x="1353" y="12"/>
                    <a:pt x="1241" y="38"/>
                  </a:cubicBezTo>
                  <a:cubicBezTo>
                    <a:pt x="845" y="126"/>
                    <a:pt x="507" y="364"/>
                    <a:pt x="290" y="708"/>
                  </a:cubicBezTo>
                  <a:cubicBezTo>
                    <a:pt x="71" y="1050"/>
                    <a:pt x="0" y="1457"/>
                    <a:pt x="90" y="1854"/>
                  </a:cubicBezTo>
                  <a:cubicBezTo>
                    <a:pt x="178" y="2250"/>
                    <a:pt x="416" y="2588"/>
                    <a:pt x="758" y="2805"/>
                  </a:cubicBezTo>
                  <a:cubicBezTo>
                    <a:pt x="1011" y="2966"/>
                    <a:pt x="1292" y="3042"/>
                    <a:pt x="1571" y="3042"/>
                  </a:cubicBezTo>
                  <a:lnTo>
                    <a:pt x="1570" y="3041"/>
                  </a:lnTo>
                  <a:cubicBezTo>
                    <a:pt x="2074" y="3041"/>
                    <a:pt x="2568" y="2791"/>
                    <a:pt x="2857" y="2336"/>
                  </a:cubicBezTo>
                  <a:cubicBezTo>
                    <a:pt x="2948" y="2192"/>
                    <a:pt x="3014" y="2038"/>
                    <a:pt x="3053" y="1876"/>
                  </a:cubicBezTo>
                  <a:lnTo>
                    <a:pt x="2653" y="1781"/>
                  </a:lnTo>
                  <a:cubicBezTo>
                    <a:pt x="2625" y="1898"/>
                    <a:pt x="2578" y="2012"/>
                    <a:pt x="2511" y="2117"/>
                  </a:cubicBezTo>
                  <a:cubicBezTo>
                    <a:pt x="2300" y="2449"/>
                    <a:pt x="1939" y="2632"/>
                    <a:pt x="1571" y="2632"/>
                  </a:cubicBezTo>
                  <a:cubicBezTo>
                    <a:pt x="1367" y="2632"/>
                    <a:pt x="1162" y="2576"/>
                    <a:pt x="978" y="2459"/>
                  </a:cubicBezTo>
                  <a:cubicBezTo>
                    <a:pt x="462" y="2131"/>
                    <a:pt x="308" y="1444"/>
                    <a:pt x="636" y="928"/>
                  </a:cubicBezTo>
                  <a:cubicBezTo>
                    <a:pt x="794" y="676"/>
                    <a:pt x="1041" y="503"/>
                    <a:pt x="1330" y="438"/>
                  </a:cubicBezTo>
                  <a:cubicBezTo>
                    <a:pt x="1412" y="420"/>
                    <a:pt x="1494" y="411"/>
                    <a:pt x="1576" y="411"/>
                  </a:cubicBezTo>
                  <a:cubicBezTo>
                    <a:pt x="1784" y="411"/>
                    <a:pt x="1988" y="470"/>
                    <a:pt x="2168" y="584"/>
                  </a:cubicBezTo>
                  <a:cubicBezTo>
                    <a:pt x="2261" y="642"/>
                    <a:pt x="2344" y="715"/>
                    <a:pt x="2415" y="797"/>
                  </a:cubicBezTo>
                  <a:lnTo>
                    <a:pt x="2727" y="529"/>
                  </a:lnTo>
                  <a:cubicBezTo>
                    <a:pt x="2629" y="415"/>
                    <a:pt x="2514" y="317"/>
                    <a:pt x="2388" y="238"/>
                  </a:cubicBezTo>
                  <a:cubicBezTo>
                    <a:pt x="2141" y="81"/>
                    <a:pt x="1863" y="0"/>
                    <a:pt x="15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p:cNvSpPr/>
            <p:nvPr/>
          </p:nvSpPr>
          <p:spPr>
            <a:xfrm>
              <a:off x="8004675" y="2402156"/>
              <a:ext cx="255146" cy="339204"/>
            </a:xfrm>
            <a:custGeom>
              <a:avLst/>
              <a:gdLst/>
              <a:ahLst/>
              <a:cxnLst/>
              <a:rect l="l" t="t" r="r" b="b"/>
              <a:pathLst>
                <a:path w="20668" h="27477" extrusionOk="0">
                  <a:moveTo>
                    <a:pt x="14340" y="1"/>
                  </a:moveTo>
                  <a:cubicBezTo>
                    <a:pt x="13784" y="1"/>
                    <a:pt x="13128" y="309"/>
                    <a:pt x="12529" y="1085"/>
                  </a:cubicBezTo>
                  <a:cubicBezTo>
                    <a:pt x="11500" y="2208"/>
                    <a:pt x="4625" y="12748"/>
                    <a:pt x="4625" y="12748"/>
                  </a:cubicBezTo>
                  <a:cubicBezTo>
                    <a:pt x="3703" y="12090"/>
                    <a:pt x="6460" y="8043"/>
                    <a:pt x="4379" y="6158"/>
                  </a:cubicBezTo>
                  <a:cubicBezTo>
                    <a:pt x="4302" y="6116"/>
                    <a:pt x="4227" y="6098"/>
                    <a:pt x="4155" y="6098"/>
                  </a:cubicBezTo>
                  <a:cubicBezTo>
                    <a:pt x="3983" y="6098"/>
                    <a:pt x="3834" y="6203"/>
                    <a:pt x="3743" y="6339"/>
                  </a:cubicBezTo>
                  <a:cubicBezTo>
                    <a:pt x="310" y="12893"/>
                    <a:pt x="335" y="17534"/>
                    <a:pt x="202" y="19150"/>
                  </a:cubicBezTo>
                  <a:cubicBezTo>
                    <a:pt x="0" y="21591"/>
                    <a:pt x="297" y="24989"/>
                    <a:pt x="3066" y="26661"/>
                  </a:cubicBezTo>
                  <a:cubicBezTo>
                    <a:pt x="4029" y="27243"/>
                    <a:pt x="4982" y="27477"/>
                    <a:pt x="5891" y="27477"/>
                  </a:cubicBezTo>
                  <a:cubicBezTo>
                    <a:pt x="9323" y="27477"/>
                    <a:pt x="12144" y="24152"/>
                    <a:pt x="12644" y="23730"/>
                  </a:cubicBezTo>
                  <a:cubicBezTo>
                    <a:pt x="15909" y="20976"/>
                    <a:pt x="19739" y="11472"/>
                    <a:pt x="19739" y="11472"/>
                  </a:cubicBezTo>
                  <a:cubicBezTo>
                    <a:pt x="20667" y="9567"/>
                    <a:pt x="19624" y="8541"/>
                    <a:pt x="18943" y="8541"/>
                  </a:cubicBezTo>
                  <a:cubicBezTo>
                    <a:pt x="18778" y="8541"/>
                    <a:pt x="18634" y="8601"/>
                    <a:pt x="18544" y="8723"/>
                  </a:cubicBezTo>
                  <a:cubicBezTo>
                    <a:pt x="18526" y="8752"/>
                    <a:pt x="18517" y="8766"/>
                    <a:pt x="18515" y="8766"/>
                  </a:cubicBezTo>
                  <a:cubicBezTo>
                    <a:pt x="18496" y="8766"/>
                    <a:pt x="19212" y="7410"/>
                    <a:pt x="19360" y="7105"/>
                  </a:cubicBezTo>
                  <a:cubicBezTo>
                    <a:pt x="20296" y="5006"/>
                    <a:pt x="19338" y="4116"/>
                    <a:pt x="18389" y="4116"/>
                  </a:cubicBezTo>
                  <a:cubicBezTo>
                    <a:pt x="17976" y="4116"/>
                    <a:pt x="17564" y="4285"/>
                    <a:pt x="17311" y="4597"/>
                  </a:cubicBezTo>
                  <a:cubicBezTo>
                    <a:pt x="18394" y="2973"/>
                    <a:pt x="17364" y="1591"/>
                    <a:pt x="16356" y="1591"/>
                  </a:cubicBezTo>
                  <a:cubicBezTo>
                    <a:pt x="16036" y="1591"/>
                    <a:pt x="15717" y="1731"/>
                    <a:pt x="15470" y="2046"/>
                  </a:cubicBezTo>
                  <a:cubicBezTo>
                    <a:pt x="16016" y="991"/>
                    <a:pt x="15338" y="1"/>
                    <a:pt x="14340" y="1"/>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p:cNvSpPr/>
            <p:nvPr/>
          </p:nvSpPr>
          <p:spPr>
            <a:xfrm>
              <a:off x="8181678" y="2510570"/>
              <a:ext cx="54417" cy="80613"/>
            </a:xfrm>
            <a:custGeom>
              <a:avLst/>
              <a:gdLst/>
              <a:ahLst/>
              <a:cxnLst/>
              <a:rect l="l" t="t" r="r" b="b"/>
              <a:pathLst>
                <a:path w="4408" h="6530" extrusionOk="0">
                  <a:moveTo>
                    <a:pt x="4063" y="1"/>
                  </a:moveTo>
                  <a:lnTo>
                    <a:pt x="1" y="6307"/>
                  </a:lnTo>
                  <a:lnTo>
                    <a:pt x="346" y="6530"/>
                  </a:lnTo>
                  <a:lnTo>
                    <a:pt x="4408" y="222"/>
                  </a:lnTo>
                  <a:lnTo>
                    <a:pt x="4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p:cNvSpPr/>
            <p:nvPr/>
          </p:nvSpPr>
          <p:spPr>
            <a:xfrm>
              <a:off x="8153840" y="2458412"/>
              <a:ext cx="67132" cy="108278"/>
            </a:xfrm>
            <a:custGeom>
              <a:avLst/>
              <a:gdLst/>
              <a:ahLst/>
              <a:cxnLst/>
              <a:rect l="l" t="t" r="r" b="b"/>
              <a:pathLst>
                <a:path w="5438" h="8771" extrusionOk="0">
                  <a:moveTo>
                    <a:pt x="5085" y="0"/>
                  </a:moveTo>
                  <a:lnTo>
                    <a:pt x="0" y="8560"/>
                  </a:lnTo>
                  <a:lnTo>
                    <a:pt x="352" y="8770"/>
                  </a:lnTo>
                  <a:lnTo>
                    <a:pt x="5438" y="209"/>
                  </a:lnTo>
                  <a:lnTo>
                    <a:pt x="5085"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p:cNvSpPr/>
            <p:nvPr/>
          </p:nvSpPr>
          <p:spPr>
            <a:xfrm>
              <a:off x="8120842" y="2426278"/>
              <a:ext cx="76329" cy="118092"/>
            </a:xfrm>
            <a:custGeom>
              <a:avLst/>
              <a:gdLst/>
              <a:ahLst/>
              <a:cxnLst/>
              <a:rect l="l" t="t" r="r" b="b"/>
              <a:pathLst>
                <a:path w="6183" h="9566" extrusionOk="0">
                  <a:moveTo>
                    <a:pt x="5834" y="0"/>
                  </a:moveTo>
                  <a:lnTo>
                    <a:pt x="1" y="9347"/>
                  </a:lnTo>
                  <a:lnTo>
                    <a:pt x="348" y="9565"/>
                  </a:lnTo>
                  <a:lnTo>
                    <a:pt x="6182" y="217"/>
                  </a:lnTo>
                  <a:lnTo>
                    <a:pt x="5834"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p:cNvSpPr/>
            <p:nvPr/>
          </p:nvSpPr>
          <p:spPr>
            <a:xfrm>
              <a:off x="8106768" y="2532285"/>
              <a:ext cx="88884" cy="69453"/>
            </a:xfrm>
            <a:custGeom>
              <a:avLst/>
              <a:gdLst/>
              <a:ahLst/>
              <a:cxnLst/>
              <a:rect l="l" t="t" r="r" b="b"/>
              <a:pathLst>
                <a:path w="7200" h="5626" extrusionOk="0">
                  <a:moveTo>
                    <a:pt x="211" y="0"/>
                  </a:moveTo>
                  <a:lnTo>
                    <a:pt x="1" y="352"/>
                  </a:lnTo>
                  <a:cubicBezTo>
                    <a:pt x="3092" y="2200"/>
                    <a:pt x="5348" y="3926"/>
                    <a:pt x="6896" y="5625"/>
                  </a:cubicBezTo>
                  <a:lnTo>
                    <a:pt x="7200" y="5350"/>
                  </a:lnTo>
                  <a:cubicBezTo>
                    <a:pt x="5623" y="3620"/>
                    <a:pt x="3338" y="1870"/>
                    <a:pt x="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p:cNvSpPr/>
            <p:nvPr/>
          </p:nvSpPr>
          <p:spPr>
            <a:xfrm>
              <a:off x="8060092" y="2557604"/>
              <a:ext cx="48812" cy="96735"/>
            </a:xfrm>
            <a:custGeom>
              <a:avLst/>
              <a:gdLst/>
              <a:ahLst/>
              <a:cxnLst/>
              <a:rect l="l" t="t" r="r" b="b"/>
              <a:pathLst>
                <a:path w="3954" h="7836" extrusionOk="0">
                  <a:moveTo>
                    <a:pt x="269" y="0"/>
                  </a:moveTo>
                  <a:lnTo>
                    <a:pt x="1" y="311"/>
                  </a:lnTo>
                  <a:cubicBezTo>
                    <a:pt x="36" y="341"/>
                    <a:pt x="3480" y="3383"/>
                    <a:pt x="2113" y="7712"/>
                  </a:cubicBezTo>
                  <a:lnTo>
                    <a:pt x="2505" y="7835"/>
                  </a:lnTo>
                  <a:cubicBezTo>
                    <a:pt x="3954" y="3245"/>
                    <a:pt x="306" y="33"/>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7473519" y="3048022"/>
              <a:ext cx="763575" cy="565438"/>
            </a:xfrm>
            <a:custGeom>
              <a:avLst/>
              <a:gdLst/>
              <a:ahLst/>
              <a:cxnLst/>
              <a:rect l="l" t="t" r="r" b="b"/>
              <a:pathLst>
                <a:path w="61853" h="45803" extrusionOk="0">
                  <a:moveTo>
                    <a:pt x="52510" y="0"/>
                  </a:moveTo>
                  <a:cubicBezTo>
                    <a:pt x="51068" y="0"/>
                    <a:pt x="49526" y="263"/>
                    <a:pt x="47942" y="799"/>
                  </a:cubicBezTo>
                  <a:cubicBezTo>
                    <a:pt x="46697" y="1220"/>
                    <a:pt x="45514" y="1846"/>
                    <a:pt x="44427" y="2659"/>
                  </a:cubicBezTo>
                  <a:lnTo>
                    <a:pt x="44018" y="2958"/>
                  </a:lnTo>
                  <a:lnTo>
                    <a:pt x="44006" y="2945"/>
                  </a:lnTo>
                  <a:lnTo>
                    <a:pt x="9296" y="22972"/>
                  </a:lnTo>
                  <a:cubicBezTo>
                    <a:pt x="8756" y="23297"/>
                    <a:pt x="8216" y="23672"/>
                    <a:pt x="7658" y="24113"/>
                  </a:cubicBezTo>
                  <a:lnTo>
                    <a:pt x="7570" y="24183"/>
                  </a:lnTo>
                  <a:cubicBezTo>
                    <a:pt x="2366" y="28400"/>
                    <a:pt x="1" y="33698"/>
                    <a:pt x="2891" y="39596"/>
                  </a:cubicBezTo>
                  <a:cubicBezTo>
                    <a:pt x="4955" y="43808"/>
                    <a:pt x="8655" y="45802"/>
                    <a:pt x="13023" y="45802"/>
                  </a:cubicBezTo>
                  <a:cubicBezTo>
                    <a:pt x="14551" y="45802"/>
                    <a:pt x="16161" y="45558"/>
                    <a:pt x="17811" y="45080"/>
                  </a:cubicBezTo>
                  <a:cubicBezTo>
                    <a:pt x="20064" y="44427"/>
                    <a:pt x="22098" y="43269"/>
                    <a:pt x="23844" y="41648"/>
                  </a:cubicBezTo>
                  <a:lnTo>
                    <a:pt x="56475" y="19533"/>
                  </a:lnTo>
                  <a:cubicBezTo>
                    <a:pt x="56872" y="19245"/>
                    <a:pt x="57263" y="18925"/>
                    <a:pt x="57703" y="18517"/>
                  </a:cubicBezTo>
                  <a:lnTo>
                    <a:pt x="57846" y="18379"/>
                  </a:lnTo>
                  <a:cubicBezTo>
                    <a:pt x="60115" y="16200"/>
                    <a:pt x="61582" y="13281"/>
                    <a:pt x="61667" y="10240"/>
                  </a:cubicBezTo>
                  <a:cubicBezTo>
                    <a:pt x="61852" y="3607"/>
                    <a:pt x="57860" y="0"/>
                    <a:pt x="525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p:cNvSpPr/>
            <p:nvPr/>
          </p:nvSpPr>
          <p:spPr>
            <a:xfrm>
              <a:off x="8003095" y="2683659"/>
              <a:ext cx="177928" cy="71379"/>
            </a:xfrm>
            <a:custGeom>
              <a:avLst/>
              <a:gdLst/>
              <a:ahLst/>
              <a:cxnLst/>
              <a:rect l="l" t="t" r="r" b="b"/>
              <a:pathLst>
                <a:path w="14413" h="5782" extrusionOk="0">
                  <a:moveTo>
                    <a:pt x="14139" y="0"/>
                  </a:moveTo>
                  <a:cubicBezTo>
                    <a:pt x="13038" y="663"/>
                    <a:pt x="8354" y="1368"/>
                    <a:pt x="4514" y="1368"/>
                  </a:cubicBezTo>
                  <a:cubicBezTo>
                    <a:pt x="2634" y="1368"/>
                    <a:pt x="956" y="1199"/>
                    <a:pt x="1" y="774"/>
                  </a:cubicBezTo>
                  <a:lnTo>
                    <a:pt x="1" y="774"/>
                  </a:lnTo>
                  <a:lnTo>
                    <a:pt x="273" y="5781"/>
                  </a:lnTo>
                  <a:lnTo>
                    <a:pt x="14413" y="5008"/>
                  </a:lnTo>
                  <a:lnTo>
                    <a:pt x="1413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p:cNvSpPr/>
            <p:nvPr/>
          </p:nvSpPr>
          <p:spPr>
            <a:xfrm>
              <a:off x="7953369" y="2741359"/>
              <a:ext cx="284305" cy="557080"/>
            </a:xfrm>
            <a:custGeom>
              <a:avLst/>
              <a:gdLst/>
              <a:ahLst/>
              <a:cxnLst/>
              <a:rect l="l" t="t" r="r" b="b"/>
              <a:pathLst>
                <a:path w="23030" h="45126" extrusionOk="0">
                  <a:moveTo>
                    <a:pt x="18442" y="0"/>
                  </a:moveTo>
                  <a:lnTo>
                    <a:pt x="4251" y="227"/>
                  </a:lnTo>
                  <a:cubicBezTo>
                    <a:pt x="0" y="2317"/>
                    <a:pt x="1613" y="18645"/>
                    <a:pt x="1299" y="30298"/>
                  </a:cubicBezTo>
                  <a:cubicBezTo>
                    <a:pt x="1239" y="40591"/>
                    <a:pt x="7074" y="45125"/>
                    <a:pt x="12700" y="45125"/>
                  </a:cubicBezTo>
                  <a:cubicBezTo>
                    <a:pt x="17957" y="45125"/>
                    <a:pt x="23030" y="41165"/>
                    <a:pt x="22937" y="34244"/>
                  </a:cubicBezTo>
                  <a:cubicBezTo>
                    <a:pt x="21989" y="21539"/>
                    <a:pt x="22673" y="1320"/>
                    <a:pt x="18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p:cNvSpPr/>
            <p:nvPr/>
          </p:nvSpPr>
          <p:spPr>
            <a:xfrm>
              <a:off x="8004478" y="2739397"/>
              <a:ext cx="178175" cy="23591"/>
            </a:xfrm>
            <a:custGeom>
              <a:avLst/>
              <a:gdLst/>
              <a:ahLst/>
              <a:cxnLst/>
              <a:rect l="l" t="t" r="r" b="b"/>
              <a:pathLst>
                <a:path w="14433" h="1911" extrusionOk="0">
                  <a:moveTo>
                    <a:pt x="14172" y="0"/>
                  </a:moveTo>
                  <a:cubicBezTo>
                    <a:pt x="13036" y="940"/>
                    <a:pt x="9915" y="1494"/>
                    <a:pt x="6815" y="1494"/>
                  </a:cubicBezTo>
                  <a:cubicBezTo>
                    <a:pt x="4203" y="1494"/>
                    <a:pt x="1605" y="1100"/>
                    <a:pt x="222" y="213"/>
                  </a:cubicBezTo>
                  <a:lnTo>
                    <a:pt x="1" y="559"/>
                  </a:lnTo>
                  <a:cubicBezTo>
                    <a:pt x="1460" y="1495"/>
                    <a:pt x="4125" y="1911"/>
                    <a:pt x="6805" y="1911"/>
                  </a:cubicBezTo>
                  <a:cubicBezTo>
                    <a:pt x="10003" y="1911"/>
                    <a:pt x="13221" y="1319"/>
                    <a:pt x="14433" y="317"/>
                  </a:cubicBezTo>
                  <a:lnTo>
                    <a:pt x="141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p:cNvSpPr/>
            <p:nvPr/>
          </p:nvSpPr>
          <p:spPr>
            <a:xfrm>
              <a:off x="7965665" y="3109747"/>
              <a:ext cx="37726" cy="25394"/>
            </a:xfrm>
            <a:custGeom>
              <a:avLst/>
              <a:gdLst/>
              <a:ahLst/>
              <a:cxnLst/>
              <a:rect l="l" t="t" r="r" b="b"/>
              <a:pathLst>
                <a:path w="3056" h="2057" extrusionOk="0">
                  <a:moveTo>
                    <a:pt x="219" y="1"/>
                  </a:moveTo>
                  <a:cubicBezTo>
                    <a:pt x="156" y="1"/>
                    <a:pt x="95" y="31"/>
                    <a:pt x="55" y="84"/>
                  </a:cubicBezTo>
                  <a:cubicBezTo>
                    <a:pt x="4" y="152"/>
                    <a:pt x="1" y="246"/>
                    <a:pt x="48" y="318"/>
                  </a:cubicBezTo>
                  <a:lnTo>
                    <a:pt x="1176" y="2057"/>
                  </a:lnTo>
                  <a:lnTo>
                    <a:pt x="1521" y="1832"/>
                  </a:lnTo>
                  <a:lnTo>
                    <a:pt x="696" y="563"/>
                  </a:lnTo>
                  <a:lnTo>
                    <a:pt x="696" y="563"/>
                  </a:lnTo>
                  <a:cubicBezTo>
                    <a:pt x="1630" y="845"/>
                    <a:pt x="2749" y="1185"/>
                    <a:pt x="2852" y="1229"/>
                  </a:cubicBezTo>
                  <a:lnTo>
                    <a:pt x="2942" y="1045"/>
                  </a:lnTo>
                  <a:lnTo>
                    <a:pt x="3055" y="874"/>
                  </a:lnTo>
                  <a:cubicBezTo>
                    <a:pt x="3024" y="853"/>
                    <a:pt x="2964" y="813"/>
                    <a:pt x="278" y="10"/>
                  </a:cubicBezTo>
                  <a:cubicBezTo>
                    <a:pt x="258" y="4"/>
                    <a:pt x="238" y="1"/>
                    <a:pt x="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p:cNvSpPr/>
            <p:nvPr/>
          </p:nvSpPr>
          <p:spPr>
            <a:xfrm>
              <a:off x="7826537" y="3422779"/>
              <a:ext cx="145350" cy="97501"/>
            </a:xfrm>
            <a:custGeom>
              <a:avLst/>
              <a:gdLst/>
              <a:ahLst/>
              <a:cxnLst/>
              <a:rect l="l" t="t" r="r" b="b"/>
              <a:pathLst>
                <a:path w="11774" h="7898" extrusionOk="0">
                  <a:moveTo>
                    <a:pt x="11549" y="0"/>
                  </a:moveTo>
                  <a:lnTo>
                    <a:pt x="1" y="7555"/>
                  </a:lnTo>
                  <a:lnTo>
                    <a:pt x="225" y="7897"/>
                  </a:lnTo>
                  <a:lnTo>
                    <a:pt x="11773" y="344"/>
                  </a:lnTo>
                  <a:lnTo>
                    <a:pt x="1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p:cNvSpPr/>
            <p:nvPr/>
          </p:nvSpPr>
          <p:spPr>
            <a:xfrm>
              <a:off x="8045537" y="2274706"/>
              <a:ext cx="305267" cy="292539"/>
            </a:xfrm>
            <a:custGeom>
              <a:avLst/>
              <a:gdLst/>
              <a:ahLst/>
              <a:cxnLst/>
              <a:rect l="l" t="t" r="r" b="b"/>
              <a:pathLst>
                <a:path w="24728" h="23697" extrusionOk="0">
                  <a:moveTo>
                    <a:pt x="94" y="1"/>
                  </a:moveTo>
                  <a:cubicBezTo>
                    <a:pt x="43" y="1"/>
                    <a:pt x="0" y="42"/>
                    <a:pt x="0" y="94"/>
                  </a:cubicBezTo>
                  <a:lnTo>
                    <a:pt x="0" y="23603"/>
                  </a:lnTo>
                  <a:cubicBezTo>
                    <a:pt x="0" y="23656"/>
                    <a:pt x="43" y="23697"/>
                    <a:pt x="94" y="23697"/>
                  </a:cubicBezTo>
                  <a:lnTo>
                    <a:pt x="24633" y="23697"/>
                  </a:lnTo>
                  <a:cubicBezTo>
                    <a:pt x="24686" y="23697"/>
                    <a:pt x="24727" y="23656"/>
                    <a:pt x="24727" y="23603"/>
                  </a:cubicBezTo>
                  <a:lnTo>
                    <a:pt x="24727" y="94"/>
                  </a:lnTo>
                  <a:cubicBezTo>
                    <a:pt x="24727" y="42"/>
                    <a:pt x="24686" y="1"/>
                    <a:pt x="246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p:cNvSpPr/>
            <p:nvPr/>
          </p:nvSpPr>
          <p:spPr>
            <a:xfrm>
              <a:off x="8066684" y="2294853"/>
              <a:ext cx="262961" cy="252233"/>
            </a:xfrm>
            <a:custGeom>
              <a:avLst/>
              <a:gdLst/>
              <a:ahLst/>
              <a:cxnLst/>
              <a:rect l="l" t="t" r="r" b="b"/>
              <a:pathLst>
                <a:path w="21301" h="20432" extrusionOk="0">
                  <a:moveTo>
                    <a:pt x="18642" y="412"/>
                  </a:moveTo>
                  <a:cubicBezTo>
                    <a:pt x="19882" y="412"/>
                    <a:pt x="20891" y="1420"/>
                    <a:pt x="20891" y="2661"/>
                  </a:cubicBezTo>
                  <a:lnTo>
                    <a:pt x="20891" y="17773"/>
                  </a:lnTo>
                  <a:cubicBezTo>
                    <a:pt x="20891" y="19012"/>
                    <a:pt x="19882" y="20021"/>
                    <a:pt x="18642" y="20021"/>
                  </a:cubicBezTo>
                  <a:lnTo>
                    <a:pt x="2660" y="20021"/>
                  </a:lnTo>
                  <a:cubicBezTo>
                    <a:pt x="1420" y="20021"/>
                    <a:pt x="412" y="19012"/>
                    <a:pt x="412" y="17773"/>
                  </a:cubicBezTo>
                  <a:lnTo>
                    <a:pt x="412" y="2661"/>
                  </a:lnTo>
                  <a:cubicBezTo>
                    <a:pt x="412" y="1420"/>
                    <a:pt x="1420" y="412"/>
                    <a:pt x="2660" y="412"/>
                  </a:cubicBezTo>
                  <a:close/>
                  <a:moveTo>
                    <a:pt x="2660" y="1"/>
                  </a:moveTo>
                  <a:cubicBezTo>
                    <a:pt x="1194" y="1"/>
                    <a:pt x="0" y="1195"/>
                    <a:pt x="0" y="2661"/>
                  </a:cubicBezTo>
                  <a:lnTo>
                    <a:pt x="0" y="17773"/>
                  </a:lnTo>
                  <a:cubicBezTo>
                    <a:pt x="0" y="19239"/>
                    <a:pt x="1194" y="20431"/>
                    <a:pt x="2660" y="20431"/>
                  </a:cubicBezTo>
                  <a:lnTo>
                    <a:pt x="18642" y="20431"/>
                  </a:lnTo>
                  <a:cubicBezTo>
                    <a:pt x="20109" y="20431"/>
                    <a:pt x="21301" y="19239"/>
                    <a:pt x="21301" y="17773"/>
                  </a:cubicBezTo>
                  <a:lnTo>
                    <a:pt x="21301" y="2661"/>
                  </a:lnTo>
                  <a:cubicBezTo>
                    <a:pt x="21301" y="1195"/>
                    <a:pt x="20109" y="1"/>
                    <a:pt x="18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p:cNvSpPr/>
            <p:nvPr/>
          </p:nvSpPr>
          <p:spPr>
            <a:xfrm>
              <a:off x="8084807" y="2255682"/>
              <a:ext cx="303477" cy="256813"/>
            </a:xfrm>
            <a:custGeom>
              <a:avLst/>
              <a:gdLst/>
              <a:ahLst/>
              <a:cxnLst/>
              <a:rect l="l" t="t" r="r" b="b"/>
              <a:pathLst>
                <a:path w="24583" h="20803" extrusionOk="0">
                  <a:moveTo>
                    <a:pt x="20587" y="0"/>
                  </a:moveTo>
                  <a:lnTo>
                    <a:pt x="9673" y="13251"/>
                  </a:lnTo>
                  <a:lnTo>
                    <a:pt x="3540" y="7501"/>
                  </a:lnTo>
                  <a:lnTo>
                    <a:pt x="0" y="11278"/>
                  </a:lnTo>
                  <a:lnTo>
                    <a:pt x="10158" y="20802"/>
                  </a:lnTo>
                  <a:lnTo>
                    <a:pt x="24582" y="3290"/>
                  </a:lnTo>
                  <a:lnTo>
                    <a:pt x="205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p:cNvSpPr/>
            <p:nvPr/>
          </p:nvSpPr>
          <p:spPr>
            <a:xfrm>
              <a:off x="8021254" y="2485324"/>
              <a:ext cx="122253" cy="96464"/>
            </a:xfrm>
            <a:custGeom>
              <a:avLst/>
              <a:gdLst/>
              <a:ahLst/>
              <a:cxnLst/>
              <a:rect l="l" t="t" r="r" b="b"/>
              <a:pathLst>
                <a:path w="9903" h="7814" extrusionOk="0">
                  <a:moveTo>
                    <a:pt x="7985" y="0"/>
                  </a:moveTo>
                  <a:cubicBezTo>
                    <a:pt x="7722" y="0"/>
                    <a:pt x="7369" y="147"/>
                    <a:pt x="6851" y="494"/>
                  </a:cubicBezTo>
                  <a:lnTo>
                    <a:pt x="1760" y="4091"/>
                  </a:lnTo>
                  <a:cubicBezTo>
                    <a:pt x="297" y="5104"/>
                    <a:pt x="0" y="6427"/>
                    <a:pt x="0" y="6427"/>
                  </a:cubicBezTo>
                  <a:cubicBezTo>
                    <a:pt x="0" y="6427"/>
                    <a:pt x="2534" y="7814"/>
                    <a:pt x="3651" y="7814"/>
                  </a:cubicBezTo>
                  <a:cubicBezTo>
                    <a:pt x="3816" y="7814"/>
                    <a:pt x="3951" y="7783"/>
                    <a:pt x="4041" y="7713"/>
                  </a:cubicBezTo>
                  <a:lnTo>
                    <a:pt x="8093" y="3794"/>
                  </a:lnTo>
                  <a:cubicBezTo>
                    <a:pt x="9903" y="2010"/>
                    <a:pt x="8696" y="446"/>
                    <a:pt x="8404" y="171"/>
                  </a:cubicBezTo>
                  <a:cubicBezTo>
                    <a:pt x="8288" y="62"/>
                    <a:pt x="8155" y="0"/>
                    <a:pt x="7985"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p:cNvSpPr/>
            <p:nvPr/>
          </p:nvSpPr>
          <p:spPr>
            <a:xfrm>
              <a:off x="8092090" y="2491595"/>
              <a:ext cx="31924" cy="16271"/>
            </a:xfrm>
            <a:custGeom>
              <a:avLst/>
              <a:gdLst/>
              <a:ahLst/>
              <a:cxnLst/>
              <a:rect l="l" t="t" r="r" b="b"/>
              <a:pathLst>
                <a:path w="2586" h="1318" extrusionOk="0">
                  <a:moveTo>
                    <a:pt x="2298" y="0"/>
                  </a:moveTo>
                  <a:cubicBezTo>
                    <a:pt x="1544" y="738"/>
                    <a:pt x="1009" y="903"/>
                    <a:pt x="679" y="903"/>
                  </a:cubicBezTo>
                  <a:cubicBezTo>
                    <a:pt x="413" y="903"/>
                    <a:pt x="282" y="795"/>
                    <a:pt x="279" y="792"/>
                  </a:cubicBezTo>
                  <a:lnTo>
                    <a:pt x="1" y="1093"/>
                  </a:lnTo>
                  <a:cubicBezTo>
                    <a:pt x="19" y="1110"/>
                    <a:pt x="247" y="1318"/>
                    <a:pt x="680" y="1318"/>
                  </a:cubicBezTo>
                  <a:cubicBezTo>
                    <a:pt x="1113" y="1318"/>
                    <a:pt x="1751" y="1109"/>
                    <a:pt x="2585" y="294"/>
                  </a:cubicBezTo>
                  <a:lnTo>
                    <a:pt x="2298"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p:cNvSpPr/>
            <p:nvPr/>
          </p:nvSpPr>
          <p:spPr>
            <a:xfrm>
              <a:off x="6085731" y="4083434"/>
              <a:ext cx="366511" cy="254233"/>
            </a:xfrm>
            <a:custGeom>
              <a:avLst/>
              <a:gdLst/>
              <a:ahLst/>
              <a:cxnLst/>
              <a:rect l="l" t="t" r="r" b="b"/>
              <a:pathLst>
                <a:path w="29689" h="20594" extrusionOk="0">
                  <a:moveTo>
                    <a:pt x="20922" y="0"/>
                  </a:moveTo>
                  <a:cubicBezTo>
                    <a:pt x="20228" y="0"/>
                    <a:pt x="19556" y="62"/>
                    <a:pt x="18947" y="152"/>
                  </a:cubicBezTo>
                  <a:cubicBezTo>
                    <a:pt x="17344" y="387"/>
                    <a:pt x="12710" y="653"/>
                    <a:pt x="6384" y="4494"/>
                  </a:cubicBezTo>
                  <a:cubicBezTo>
                    <a:pt x="6201" y="4634"/>
                    <a:pt x="6084" y="4887"/>
                    <a:pt x="6243" y="5139"/>
                  </a:cubicBezTo>
                  <a:cubicBezTo>
                    <a:pt x="6757" y="5639"/>
                    <a:pt x="7392" y="5815"/>
                    <a:pt x="8063" y="5815"/>
                  </a:cubicBezTo>
                  <a:cubicBezTo>
                    <a:pt x="9674" y="5815"/>
                    <a:pt x="11500" y="4803"/>
                    <a:pt x="12395" y="4803"/>
                  </a:cubicBezTo>
                  <a:cubicBezTo>
                    <a:pt x="12590" y="4803"/>
                    <a:pt x="12741" y="4851"/>
                    <a:pt x="12836" y="4968"/>
                  </a:cubicBezTo>
                  <a:cubicBezTo>
                    <a:pt x="12836" y="4968"/>
                    <a:pt x="2750" y="12495"/>
                    <a:pt x="1694" y="13593"/>
                  </a:cubicBezTo>
                  <a:cubicBezTo>
                    <a:pt x="0" y="15079"/>
                    <a:pt x="796" y="16711"/>
                    <a:pt x="2015" y="16711"/>
                  </a:cubicBezTo>
                  <a:cubicBezTo>
                    <a:pt x="2277" y="16711"/>
                    <a:pt x="2559" y="16636"/>
                    <a:pt x="2840" y="16467"/>
                  </a:cubicBezTo>
                  <a:lnTo>
                    <a:pt x="2840" y="16467"/>
                  </a:lnTo>
                  <a:cubicBezTo>
                    <a:pt x="1912" y="17295"/>
                    <a:pt x="2716" y="18695"/>
                    <a:pt x="4037" y="18695"/>
                  </a:cubicBezTo>
                  <a:cubicBezTo>
                    <a:pt x="4482" y="18695"/>
                    <a:pt x="4986" y="18537"/>
                    <a:pt x="5501" y="18144"/>
                  </a:cubicBezTo>
                  <a:lnTo>
                    <a:pt x="5501" y="18144"/>
                  </a:lnTo>
                  <a:cubicBezTo>
                    <a:pt x="4747" y="18839"/>
                    <a:pt x="4989" y="20514"/>
                    <a:pt x="6501" y="20514"/>
                  </a:cubicBezTo>
                  <a:cubicBezTo>
                    <a:pt x="6938" y="20514"/>
                    <a:pt x="7480" y="20374"/>
                    <a:pt x="8134" y="20031"/>
                  </a:cubicBezTo>
                  <a:cubicBezTo>
                    <a:pt x="8425" y="19866"/>
                    <a:pt x="9705" y="19082"/>
                    <a:pt x="9737" y="19082"/>
                  </a:cubicBezTo>
                  <a:cubicBezTo>
                    <a:pt x="9741" y="19082"/>
                    <a:pt x="9728" y="19093"/>
                    <a:pt x="9697" y="19115"/>
                  </a:cubicBezTo>
                  <a:cubicBezTo>
                    <a:pt x="9251" y="19486"/>
                    <a:pt x="9766" y="20594"/>
                    <a:pt x="11005" y="20594"/>
                  </a:cubicBezTo>
                  <a:cubicBezTo>
                    <a:pt x="11428" y="20594"/>
                    <a:pt x="11934" y="20465"/>
                    <a:pt x="12516" y="20135"/>
                  </a:cubicBezTo>
                  <a:cubicBezTo>
                    <a:pt x="12516" y="20135"/>
                    <a:pt x="21760" y="15711"/>
                    <a:pt x="24302" y="12280"/>
                  </a:cubicBezTo>
                  <a:cubicBezTo>
                    <a:pt x="24795" y="11615"/>
                    <a:pt x="29689" y="6952"/>
                    <a:pt x="26624" y="2536"/>
                  </a:cubicBezTo>
                  <a:cubicBezTo>
                    <a:pt x="25244" y="548"/>
                    <a:pt x="22986" y="0"/>
                    <a:pt x="20922"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p:cNvSpPr/>
            <p:nvPr/>
          </p:nvSpPr>
          <p:spPr>
            <a:xfrm>
              <a:off x="6205848" y="4262560"/>
              <a:ext cx="77564" cy="59071"/>
            </a:xfrm>
            <a:custGeom>
              <a:avLst/>
              <a:gdLst/>
              <a:ahLst/>
              <a:cxnLst/>
              <a:rect l="l" t="t" r="r" b="b"/>
              <a:pathLst>
                <a:path w="6283" h="4785" extrusionOk="0">
                  <a:moveTo>
                    <a:pt x="6039" y="0"/>
                  </a:moveTo>
                  <a:lnTo>
                    <a:pt x="1" y="4454"/>
                  </a:lnTo>
                  <a:lnTo>
                    <a:pt x="245" y="4785"/>
                  </a:lnTo>
                  <a:lnTo>
                    <a:pt x="6283" y="331"/>
                  </a:lnTo>
                  <a:lnTo>
                    <a:pt x="6039"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p:cNvSpPr/>
            <p:nvPr/>
          </p:nvSpPr>
          <p:spPr>
            <a:xfrm>
              <a:off x="6152987" y="4236339"/>
              <a:ext cx="104426" cy="73416"/>
            </a:xfrm>
            <a:custGeom>
              <a:avLst/>
              <a:gdLst/>
              <a:ahLst/>
              <a:cxnLst/>
              <a:rect l="l" t="t" r="r" b="b"/>
              <a:pathLst>
                <a:path w="8459" h="5947" extrusionOk="0">
                  <a:moveTo>
                    <a:pt x="8229" y="1"/>
                  </a:moveTo>
                  <a:lnTo>
                    <a:pt x="1" y="5607"/>
                  </a:lnTo>
                  <a:lnTo>
                    <a:pt x="231" y="5947"/>
                  </a:lnTo>
                  <a:lnTo>
                    <a:pt x="8459" y="340"/>
                  </a:lnTo>
                  <a:lnTo>
                    <a:pt x="8229" y="1"/>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p:cNvSpPr/>
            <p:nvPr/>
          </p:nvSpPr>
          <p:spPr>
            <a:xfrm>
              <a:off x="6119680" y="4204649"/>
              <a:ext cx="113463" cy="83465"/>
            </a:xfrm>
            <a:custGeom>
              <a:avLst/>
              <a:gdLst/>
              <a:ahLst/>
              <a:cxnLst/>
              <a:rect l="l" t="t" r="r" b="b"/>
              <a:pathLst>
                <a:path w="9191" h="6761" extrusionOk="0">
                  <a:moveTo>
                    <a:pt x="8951" y="0"/>
                  </a:moveTo>
                  <a:lnTo>
                    <a:pt x="0" y="6427"/>
                  </a:lnTo>
                  <a:lnTo>
                    <a:pt x="240" y="6761"/>
                  </a:lnTo>
                  <a:lnTo>
                    <a:pt x="9191" y="334"/>
                  </a:lnTo>
                  <a:lnTo>
                    <a:pt x="8951" y="0"/>
                  </a:ln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p:cNvSpPr/>
            <p:nvPr/>
          </p:nvSpPr>
          <p:spPr>
            <a:xfrm>
              <a:off x="6220008" y="4191132"/>
              <a:ext cx="74514" cy="84822"/>
            </a:xfrm>
            <a:custGeom>
              <a:avLst/>
              <a:gdLst/>
              <a:ahLst/>
              <a:cxnLst/>
              <a:rect l="l" t="t" r="r" b="b"/>
              <a:pathLst>
                <a:path w="6036" h="6871" extrusionOk="0">
                  <a:moveTo>
                    <a:pt x="339" y="1"/>
                  </a:moveTo>
                  <a:lnTo>
                    <a:pt x="1" y="232"/>
                  </a:lnTo>
                  <a:cubicBezTo>
                    <a:pt x="2062" y="3234"/>
                    <a:pt x="3952" y="5406"/>
                    <a:pt x="5779" y="6871"/>
                  </a:cubicBezTo>
                  <a:lnTo>
                    <a:pt x="6036" y="6550"/>
                  </a:lnTo>
                  <a:cubicBezTo>
                    <a:pt x="4240" y="5111"/>
                    <a:pt x="2377" y="2967"/>
                    <a:pt x="339" y="1"/>
                  </a:cubicBez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p:cNvSpPr/>
            <p:nvPr/>
          </p:nvSpPr>
          <p:spPr>
            <a:xfrm>
              <a:off x="6242389" y="4142986"/>
              <a:ext cx="98279" cy="31048"/>
            </a:xfrm>
            <a:custGeom>
              <a:avLst/>
              <a:gdLst/>
              <a:ahLst/>
              <a:cxnLst/>
              <a:rect l="l" t="t" r="r" b="b"/>
              <a:pathLst>
                <a:path w="7961" h="2515" extrusionOk="0">
                  <a:moveTo>
                    <a:pt x="293" y="0"/>
                  </a:moveTo>
                  <a:lnTo>
                    <a:pt x="0" y="289"/>
                  </a:lnTo>
                  <a:cubicBezTo>
                    <a:pt x="27" y="315"/>
                    <a:pt x="2223" y="2514"/>
                    <a:pt x="5395" y="2514"/>
                  </a:cubicBezTo>
                  <a:cubicBezTo>
                    <a:pt x="6194" y="2514"/>
                    <a:pt x="7056" y="2375"/>
                    <a:pt x="7960" y="2024"/>
                  </a:cubicBezTo>
                  <a:lnTo>
                    <a:pt x="7812" y="1643"/>
                  </a:lnTo>
                  <a:cubicBezTo>
                    <a:pt x="6961" y="1972"/>
                    <a:pt x="6149" y="2104"/>
                    <a:pt x="5394" y="2104"/>
                  </a:cubicBezTo>
                  <a:cubicBezTo>
                    <a:pt x="2400" y="2104"/>
                    <a:pt x="319" y="28"/>
                    <a:pt x="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p:cNvSpPr/>
            <p:nvPr/>
          </p:nvSpPr>
          <p:spPr>
            <a:xfrm>
              <a:off x="6687093" y="3328648"/>
              <a:ext cx="521243" cy="777834"/>
            </a:xfrm>
            <a:custGeom>
              <a:avLst/>
              <a:gdLst/>
              <a:ahLst/>
              <a:cxnLst/>
              <a:rect l="l" t="t" r="r" b="b"/>
              <a:pathLst>
                <a:path w="42223" h="63008" extrusionOk="0">
                  <a:moveTo>
                    <a:pt x="30004" y="0"/>
                  </a:moveTo>
                  <a:cubicBezTo>
                    <a:pt x="25546" y="0"/>
                    <a:pt x="21908" y="2846"/>
                    <a:pt x="19167" y="7343"/>
                  </a:cubicBezTo>
                  <a:lnTo>
                    <a:pt x="19108" y="7441"/>
                  </a:lnTo>
                  <a:cubicBezTo>
                    <a:pt x="18746" y="8051"/>
                    <a:pt x="18446" y="8637"/>
                    <a:pt x="18196" y="9216"/>
                  </a:cubicBezTo>
                  <a:lnTo>
                    <a:pt x="2966" y="46282"/>
                  </a:lnTo>
                  <a:lnTo>
                    <a:pt x="2980" y="46293"/>
                  </a:lnTo>
                  <a:lnTo>
                    <a:pt x="2740" y="46737"/>
                  </a:lnTo>
                  <a:cubicBezTo>
                    <a:pt x="2079" y="47924"/>
                    <a:pt x="1616" y="49178"/>
                    <a:pt x="1363" y="50469"/>
                  </a:cubicBezTo>
                  <a:cubicBezTo>
                    <a:pt x="1" y="57456"/>
                    <a:pt x="3446" y="63007"/>
                    <a:pt x="10265" y="63007"/>
                  </a:cubicBezTo>
                  <a:cubicBezTo>
                    <a:pt x="10989" y="63007"/>
                    <a:pt x="11751" y="62945"/>
                    <a:pt x="12549" y="62814"/>
                  </a:cubicBezTo>
                  <a:cubicBezTo>
                    <a:pt x="15551" y="62326"/>
                    <a:pt x="18250" y="60484"/>
                    <a:pt x="20106" y="57945"/>
                  </a:cubicBezTo>
                  <a:lnTo>
                    <a:pt x="20224" y="57784"/>
                  </a:lnTo>
                  <a:cubicBezTo>
                    <a:pt x="20570" y="57293"/>
                    <a:pt x="20836" y="56864"/>
                    <a:pt x="21067" y="56431"/>
                  </a:cubicBezTo>
                  <a:lnTo>
                    <a:pt x="38642" y="21146"/>
                  </a:lnTo>
                  <a:cubicBezTo>
                    <a:pt x="40017" y="19200"/>
                    <a:pt x="40893" y="17031"/>
                    <a:pt x="41241" y="14712"/>
                  </a:cubicBezTo>
                  <a:cubicBezTo>
                    <a:pt x="42223" y="8154"/>
                    <a:pt x="39824" y="2659"/>
                    <a:pt x="33819" y="655"/>
                  </a:cubicBezTo>
                  <a:cubicBezTo>
                    <a:pt x="32488" y="210"/>
                    <a:pt x="31215" y="0"/>
                    <a:pt x="300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p:cNvSpPr/>
            <p:nvPr/>
          </p:nvSpPr>
          <p:spPr>
            <a:xfrm>
              <a:off x="6341421" y="4049436"/>
              <a:ext cx="118833" cy="185434"/>
            </a:xfrm>
            <a:custGeom>
              <a:avLst/>
              <a:gdLst/>
              <a:ahLst/>
              <a:cxnLst/>
              <a:rect l="l" t="t" r="r" b="b"/>
              <a:pathLst>
                <a:path w="9626" h="15021" extrusionOk="0">
                  <a:moveTo>
                    <a:pt x="4701" y="0"/>
                  </a:moveTo>
                  <a:lnTo>
                    <a:pt x="1" y="1743"/>
                  </a:lnTo>
                  <a:cubicBezTo>
                    <a:pt x="2344" y="3897"/>
                    <a:pt x="5176" y="13124"/>
                    <a:pt x="4924" y="15020"/>
                  </a:cubicBezTo>
                  <a:lnTo>
                    <a:pt x="9625" y="13276"/>
                  </a:lnTo>
                  <a:lnTo>
                    <a:pt x="47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p:cNvSpPr/>
            <p:nvPr/>
          </p:nvSpPr>
          <p:spPr>
            <a:xfrm>
              <a:off x="6389233" y="3849311"/>
              <a:ext cx="614386" cy="374992"/>
            </a:xfrm>
            <a:custGeom>
              <a:avLst/>
              <a:gdLst/>
              <a:ahLst/>
              <a:cxnLst/>
              <a:rect l="l" t="t" r="r" b="b"/>
              <a:pathLst>
                <a:path w="49768" h="30376" extrusionOk="0">
                  <a:moveTo>
                    <a:pt x="34215" y="1"/>
                  </a:moveTo>
                  <a:cubicBezTo>
                    <a:pt x="31914" y="1"/>
                    <a:pt x="29299" y="551"/>
                    <a:pt x="26407" y="1827"/>
                  </a:cubicBezTo>
                  <a:cubicBezTo>
                    <a:pt x="15843" y="6757"/>
                    <a:pt x="224" y="11784"/>
                    <a:pt x="1" y="16515"/>
                  </a:cubicBezTo>
                  <a:lnTo>
                    <a:pt x="5447" y="29622"/>
                  </a:lnTo>
                  <a:cubicBezTo>
                    <a:pt x="5899" y="30145"/>
                    <a:pt x="6726" y="30376"/>
                    <a:pt x="7845" y="30376"/>
                  </a:cubicBezTo>
                  <a:cubicBezTo>
                    <a:pt x="13896" y="30376"/>
                    <a:pt x="28493" y="23640"/>
                    <a:pt x="38646" y="20102"/>
                  </a:cubicBezTo>
                  <a:cubicBezTo>
                    <a:pt x="49767" y="15446"/>
                    <a:pt x="46407" y="1"/>
                    <a:pt x="34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6387838" y="4051078"/>
              <a:ext cx="80959" cy="164621"/>
            </a:xfrm>
            <a:custGeom>
              <a:avLst/>
              <a:gdLst/>
              <a:ahLst/>
              <a:cxnLst/>
              <a:rect l="l" t="t" r="r" b="b"/>
              <a:pathLst>
                <a:path w="6558" h="13335" extrusionOk="0">
                  <a:moveTo>
                    <a:pt x="229" y="1"/>
                  </a:moveTo>
                  <a:lnTo>
                    <a:pt x="0" y="343"/>
                  </a:lnTo>
                  <a:cubicBezTo>
                    <a:pt x="2984" y="2343"/>
                    <a:pt x="6115" y="10611"/>
                    <a:pt x="5363" y="13221"/>
                  </a:cubicBezTo>
                  <a:lnTo>
                    <a:pt x="5756" y="13334"/>
                  </a:lnTo>
                  <a:cubicBezTo>
                    <a:pt x="6558" y="10557"/>
                    <a:pt x="3388" y="2120"/>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6737942" y="3859261"/>
              <a:ext cx="38813" cy="50689"/>
            </a:xfrm>
            <a:custGeom>
              <a:avLst/>
              <a:gdLst/>
              <a:ahLst/>
              <a:cxnLst/>
              <a:rect l="l" t="t" r="r" b="b"/>
              <a:pathLst>
                <a:path w="3144" h="4106" extrusionOk="0">
                  <a:moveTo>
                    <a:pt x="222" y="0"/>
                  </a:moveTo>
                  <a:cubicBezTo>
                    <a:pt x="179" y="0"/>
                    <a:pt x="135" y="14"/>
                    <a:pt x="99" y="42"/>
                  </a:cubicBezTo>
                  <a:cubicBezTo>
                    <a:pt x="29" y="96"/>
                    <a:pt x="1" y="187"/>
                    <a:pt x="29" y="271"/>
                  </a:cubicBezTo>
                  <a:lnTo>
                    <a:pt x="1315" y="4106"/>
                  </a:lnTo>
                  <a:lnTo>
                    <a:pt x="1704" y="3975"/>
                  </a:lnTo>
                  <a:lnTo>
                    <a:pt x="610" y="711"/>
                  </a:lnTo>
                  <a:lnTo>
                    <a:pt x="2915" y="2253"/>
                  </a:lnTo>
                  <a:lnTo>
                    <a:pt x="3143" y="1911"/>
                  </a:lnTo>
                  <a:lnTo>
                    <a:pt x="337" y="35"/>
                  </a:lnTo>
                  <a:cubicBezTo>
                    <a:pt x="303" y="12"/>
                    <a:pt x="26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p:cNvSpPr/>
            <p:nvPr/>
          </p:nvSpPr>
          <p:spPr>
            <a:xfrm>
              <a:off x="5954010" y="4120938"/>
              <a:ext cx="483010" cy="482998"/>
            </a:xfrm>
            <a:custGeom>
              <a:avLst/>
              <a:gdLst/>
              <a:ahLst/>
              <a:cxnLst/>
              <a:rect l="l" t="t" r="r" b="b"/>
              <a:pathLst>
                <a:path w="39126" h="39125" extrusionOk="0">
                  <a:moveTo>
                    <a:pt x="19562" y="1"/>
                  </a:moveTo>
                  <a:cubicBezTo>
                    <a:pt x="14374" y="1"/>
                    <a:pt x="9399" y="2062"/>
                    <a:pt x="5730" y="5731"/>
                  </a:cubicBezTo>
                  <a:cubicBezTo>
                    <a:pt x="2061" y="9398"/>
                    <a:pt x="0" y="14375"/>
                    <a:pt x="0" y="19563"/>
                  </a:cubicBezTo>
                  <a:cubicBezTo>
                    <a:pt x="0" y="24750"/>
                    <a:pt x="2061" y="29727"/>
                    <a:pt x="5730" y="33394"/>
                  </a:cubicBezTo>
                  <a:cubicBezTo>
                    <a:pt x="9399" y="37063"/>
                    <a:pt x="14374" y="39124"/>
                    <a:pt x="19562" y="39124"/>
                  </a:cubicBezTo>
                  <a:cubicBezTo>
                    <a:pt x="24751" y="39124"/>
                    <a:pt x="29726" y="37063"/>
                    <a:pt x="33395" y="33394"/>
                  </a:cubicBezTo>
                  <a:cubicBezTo>
                    <a:pt x="37064" y="29727"/>
                    <a:pt x="39125" y="24750"/>
                    <a:pt x="39125" y="19563"/>
                  </a:cubicBezTo>
                  <a:cubicBezTo>
                    <a:pt x="39125" y="14375"/>
                    <a:pt x="37064" y="9398"/>
                    <a:pt x="33395" y="5731"/>
                  </a:cubicBezTo>
                  <a:cubicBezTo>
                    <a:pt x="29726" y="2062"/>
                    <a:pt x="24751" y="1"/>
                    <a:pt x="19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p:cNvSpPr/>
            <p:nvPr/>
          </p:nvSpPr>
          <p:spPr>
            <a:xfrm>
              <a:off x="5991959" y="4158874"/>
              <a:ext cx="407101" cy="407126"/>
            </a:xfrm>
            <a:custGeom>
              <a:avLst/>
              <a:gdLst/>
              <a:ahLst/>
              <a:cxnLst/>
              <a:rect l="l" t="t" r="r" b="b"/>
              <a:pathLst>
                <a:path w="32977" h="32979" extrusionOk="0">
                  <a:moveTo>
                    <a:pt x="16488" y="1"/>
                  </a:moveTo>
                  <a:cubicBezTo>
                    <a:pt x="12115" y="1"/>
                    <a:pt x="7922" y="1738"/>
                    <a:pt x="4829" y="4831"/>
                  </a:cubicBezTo>
                  <a:cubicBezTo>
                    <a:pt x="1738" y="7922"/>
                    <a:pt x="1" y="12116"/>
                    <a:pt x="1" y="16490"/>
                  </a:cubicBezTo>
                  <a:cubicBezTo>
                    <a:pt x="1" y="20863"/>
                    <a:pt x="1738" y="25057"/>
                    <a:pt x="4829" y="28148"/>
                  </a:cubicBezTo>
                  <a:cubicBezTo>
                    <a:pt x="7922" y="31241"/>
                    <a:pt x="12115" y="32978"/>
                    <a:pt x="16488" y="32978"/>
                  </a:cubicBezTo>
                  <a:cubicBezTo>
                    <a:pt x="20861" y="32978"/>
                    <a:pt x="25055" y="31241"/>
                    <a:pt x="28148" y="28148"/>
                  </a:cubicBezTo>
                  <a:cubicBezTo>
                    <a:pt x="31240" y="25057"/>
                    <a:pt x="32977" y="20863"/>
                    <a:pt x="32977" y="16490"/>
                  </a:cubicBezTo>
                  <a:cubicBezTo>
                    <a:pt x="32977" y="12116"/>
                    <a:pt x="31240" y="7922"/>
                    <a:pt x="28148" y="4831"/>
                  </a:cubicBezTo>
                  <a:cubicBezTo>
                    <a:pt x="25055" y="1738"/>
                    <a:pt x="20861" y="1"/>
                    <a:pt x="16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p:cNvSpPr/>
            <p:nvPr/>
          </p:nvSpPr>
          <p:spPr>
            <a:xfrm>
              <a:off x="6033561" y="4263498"/>
              <a:ext cx="14345" cy="8777"/>
            </a:xfrm>
            <a:custGeom>
              <a:avLst/>
              <a:gdLst/>
              <a:ahLst/>
              <a:cxnLst/>
              <a:rect l="l" t="t" r="r" b="b"/>
              <a:pathLst>
                <a:path w="1162" h="711" extrusionOk="0">
                  <a:moveTo>
                    <a:pt x="0" y="1"/>
                  </a:moveTo>
                  <a:lnTo>
                    <a:pt x="1161" y="71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p:cNvSpPr/>
            <p:nvPr/>
          </p:nvSpPr>
          <p:spPr>
            <a:xfrm>
              <a:off x="6032203" y="4261387"/>
              <a:ext cx="16999" cy="13098"/>
            </a:xfrm>
            <a:custGeom>
              <a:avLst/>
              <a:gdLst/>
              <a:ahLst/>
              <a:cxnLst/>
              <a:rect l="l" t="t" r="r" b="b"/>
              <a:pathLst>
                <a:path w="1377" h="1061" extrusionOk="0">
                  <a:moveTo>
                    <a:pt x="215" y="0"/>
                  </a:moveTo>
                  <a:lnTo>
                    <a:pt x="1" y="351"/>
                  </a:lnTo>
                  <a:lnTo>
                    <a:pt x="1162" y="1060"/>
                  </a:lnTo>
                  <a:lnTo>
                    <a:pt x="1376" y="710"/>
                  </a:lnTo>
                  <a:lnTo>
                    <a:pt x="2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p:cNvSpPr/>
            <p:nvPr/>
          </p:nvSpPr>
          <p:spPr>
            <a:xfrm>
              <a:off x="6343125" y="4452599"/>
              <a:ext cx="14345" cy="8777"/>
            </a:xfrm>
            <a:custGeom>
              <a:avLst/>
              <a:gdLst/>
              <a:ahLst/>
              <a:cxnLst/>
              <a:rect l="l" t="t" r="r" b="b"/>
              <a:pathLst>
                <a:path w="1162" h="711" extrusionOk="0">
                  <a:moveTo>
                    <a:pt x="0" y="1"/>
                  </a:moveTo>
                  <a:lnTo>
                    <a:pt x="1161" y="71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p:cNvSpPr/>
            <p:nvPr/>
          </p:nvSpPr>
          <p:spPr>
            <a:xfrm>
              <a:off x="6341767" y="4450512"/>
              <a:ext cx="16999" cy="13098"/>
            </a:xfrm>
            <a:custGeom>
              <a:avLst/>
              <a:gdLst/>
              <a:ahLst/>
              <a:cxnLst/>
              <a:rect l="l" t="t" r="r" b="b"/>
              <a:pathLst>
                <a:path w="1377" h="1061" extrusionOk="0">
                  <a:moveTo>
                    <a:pt x="215" y="1"/>
                  </a:moveTo>
                  <a:lnTo>
                    <a:pt x="1" y="351"/>
                  </a:lnTo>
                  <a:lnTo>
                    <a:pt x="1162" y="1061"/>
                  </a:lnTo>
                  <a:lnTo>
                    <a:pt x="1376" y="712"/>
                  </a:lnTo>
                  <a:lnTo>
                    <a:pt x="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p:cNvSpPr/>
            <p:nvPr/>
          </p:nvSpPr>
          <p:spPr>
            <a:xfrm>
              <a:off x="6096570" y="4510040"/>
              <a:ext cx="8765" cy="14357"/>
            </a:xfrm>
            <a:custGeom>
              <a:avLst/>
              <a:gdLst/>
              <a:ahLst/>
              <a:cxnLst/>
              <a:rect l="l" t="t" r="r" b="b"/>
              <a:pathLst>
                <a:path w="710" h="1163" extrusionOk="0">
                  <a:moveTo>
                    <a:pt x="0" y="1163"/>
                  </a:moveTo>
                  <a:lnTo>
                    <a:pt x="71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p:cNvSpPr/>
            <p:nvPr/>
          </p:nvSpPr>
          <p:spPr>
            <a:xfrm>
              <a:off x="6094397" y="4508781"/>
              <a:ext cx="13086" cy="16987"/>
            </a:xfrm>
            <a:custGeom>
              <a:avLst/>
              <a:gdLst/>
              <a:ahLst/>
              <a:cxnLst/>
              <a:rect l="l" t="t" r="r" b="b"/>
              <a:pathLst>
                <a:path w="1060" h="1376" extrusionOk="0">
                  <a:moveTo>
                    <a:pt x="709" y="0"/>
                  </a:moveTo>
                  <a:lnTo>
                    <a:pt x="0" y="1161"/>
                  </a:lnTo>
                  <a:lnTo>
                    <a:pt x="351" y="1375"/>
                  </a:lnTo>
                  <a:lnTo>
                    <a:pt x="1059" y="213"/>
                  </a:lnTo>
                  <a:lnTo>
                    <a:pt x="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p:cNvSpPr/>
            <p:nvPr/>
          </p:nvSpPr>
          <p:spPr>
            <a:xfrm>
              <a:off x="6285683" y="4200477"/>
              <a:ext cx="8777" cy="14357"/>
            </a:xfrm>
            <a:custGeom>
              <a:avLst/>
              <a:gdLst/>
              <a:ahLst/>
              <a:cxnLst/>
              <a:rect l="l" t="t" r="r" b="b"/>
              <a:pathLst>
                <a:path w="711" h="1163" extrusionOk="0">
                  <a:moveTo>
                    <a:pt x="0" y="1163"/>
                  </a:moveTo>
                  <a:lnTo>
                    <a:pt x="71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p:cNvSpPr/>
            <p:nvPr/>
          </p:nvSpPr>
          <p:spPr>
            <a:xfrm>
              <a:off x="6283548" y="4199069"/>
              <a:ext cx="13086" cy="16999"/>
            </a:xfrm>
            <a:custGeom>
              <a:avLst/>
              <a:gdLst/>
              <a:ahLst/>
              <a:cxnLst/>
              <a:rect l="l" t="t" r="r" b="b"/>
              <a:pathLst>
                <a:path w="1060" h="1377" extrusionOk="0">
                  <a:moveTo>
                    <a:pt x="709" y="1"/>
                  </a:moveTo>
                  <a:lnTo>
                    <a:pt x="0" y="1163"/>
                  </a:lnTo>
                  <a:lnTo>
                    <a:pt x="351" y="1376"/>
                  </a:lnTo>
                  <a:lnTo>
                    <a:pt x="1059" y="214"/>
                  </a:lnTo>
                  <a:lnTo>
                    <a:pt x="7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p:cNvSpPr/>
            <p:nvPr/>
          </p:nvSpPr>
          <p:spPr>
            <a:xfrm>
              <a:off x="6005736" y="4363653"/>
              <a:ext cx="16814" cy="136"/>
            </a:xfrm>
            <a:custGeom>
              <a:avLst/>
              <a:gdLst/>
              <a:ahLst/>
              <a:cxnLst/>
              <a:rect l="l" t="t" r="r" b="b"/>
              <a:pathLst>
                <a:path w="1362" h="11" extrusionOk="0">
                  <a:moveTo>
                    <a:pt x="0" y="11"/>
                  </a:moveTo>
                  <a:lnTo>
                    <a:pt x="136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p:cNvSpPr/>
            <p:nvPr/>
          </p:nvSpPr>
          <p:spPr>
            <a:xfrm>
              <a:off x="6005588" y="4361135"/>
              <a:ext cx="16851" cy="5222"/>
            </a:xfrm>
            <a:custGeom>
              <a:avLst/>
              <a:gdLst/>
              <a:ahLst/>
              <a:cxnLst/>
              <a:rect l="l" t="t" r="r" b="b"/>
              <a:pathLst>
                <a:path w="1365" h="423" extrusionOk="0">
                  <a:moveTo>
                    <a:pt x="1362" y="1"/>
                  </a:moveTo>
                  <a:lnTo>
                    <a:pt x="1" y="10"/>
                  </a:lnTo>
                  <a:lnTo>
                    <a:pt x="4" y="422"/>
                  </a:lnTo>
                  <a:lnTo>
                    <a:pt x="1365" y="411"/>
                  </a:lnTo>
                  <a:lnTo>
                    <a:pt x="13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p:cNvSpPr/>
            <p:nvPr/>
          </p:nvSpPr>
          <p:spPr>
            <a:xfrm>
              <a:off x="6368481" y="4361085"/>
              <a:ext cx="16814" cy="136"/>
            </a:xfrm>
            <a:custGeom>
              <a:avLst/>
              <a:gdLst/>
              <a:ahLst/>
              <a:cxnLst/>
              <a:rect l="l" t="t" r="r" b="b"/>
              <a:pathLst>
                <a:path w="1362" h="11" extrusionOk="0">
                  <a:moveTo>
                    <a:pt x="0" y="10"/>
                  </a:moveTo>
                  <a:lnTo>
                    <a:pt x="136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p:cNvSpPr/>
            <p:nvPr/>
          </p:nvSpPr>
          <p:spPr>
            <a:xfrm>
              <a:off x="6368333" y="4358579"/>
              <a:ext cx="16851" cy="5197"/>
            </a:xfrm>
            <a:custGeom>
              <a:avLst/>
              <a:gdLst/>
              <a:ahLst/>
              <a:cxnLst/>
              <a:rect l="l" t="t" r="r" b="b"/>
              <a:pathLst>
                <a:path w="1365" h="421" extrusionOk="0">
                  <a:moveTo>
                    <a:pt x="1362" y="0"/>
                  </a:moveTo>
                  <a:lnTo>
                    <a:pt x="1" y="10"/>
                  </a:lnTo>
                  <a:lnTo>
                    <a:pt x="3" y="420"/>
                  </a:lnTo>
                  <a:lnTo>
                    <a:pt x="1365" y="410"/>
                  </a:lnTo>
                  <a:lnTo>
                    <a:pt x="1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p:cNvSpPr/>
            <p:nvPr/>
          </p:nvSpPr>
          <p:spPr>
            <a:xfrm>
              <a:off x="6196738" y="4535409"/>
              <a:ext cx="136" cy="16814"/>
            </a:xfrm>
            <a:custGeom>
              <a:avLst/>
              <a:gdLst/>
              <a:ahLst/>
              <a:cxnLst/>
              <a:rect l="l" t="t" r="r" b="b"/>
              <a:pathLst>
                <a:path w="11" h="1362" extrusionOk="0">
                  <a:moveTo>
                    <a:pt x="11" y="1362"/>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p:cNvSpPr/>
            <p:nvPr/>
          </p:nvSpPr>
          <p:spPr>
            <a:xfrm>
              <a:off x="6194404" y="4535360"/>
              <a:ext cx="5210" cy="16851"/>
            </a:xfrm>
            <a:custGeom>
              <a:avLst/>
              <a:gdLst/>
              <a:ahLst/>
              <a:cxnLst/>
              <a:rect l="l" t="t" r="r" b="b"/>
              <a:pathLst>
                <a:path w="422" h="1365" extrusionOk="0">
                  <a:moveTo>
                    <a:pt x="411" y="0"/>
                  </a:moveTo>
                  <a:lnTo>
                    <a:pt x="1" y="3"/>
                  </a:lnTo>
                  <a:lnTo>
                    <a:pt x="11" y="1364"/>
                  </a:lnTo>
                  <a:lnTo>
                    <a:pt x="421" y="1361"/>
                  </a:lnTo>
                  <a:lnTo>
                    <a:pt x="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p:cNvSpPr/>
            <p:nvPr/>
          </p:nvSpPr>
          <p:spPr>
            <a:xfrm>
              <a:off x="6194145" y="4172651"/>
              <a:ext cx="136" cy="16826"/>
            </a:xfrm>
            <a:custGeom>
              <a:avLst/>
              <a:gdLst/>
              <a:ahLst/>
              <a:cxnLst/>
              <a:rect l="l" t="t" r="r" b="b"/>
              <a:pathLst>
                <a:path w="11" h="1363" extrusionOk="0">
                  <a:moveTo>
                    <a:pt x="11" y="1363"/>
                  </a:moveTo>
                  <a:lnTo>
                    <a:pt x="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p:cNvSpPr/>
            <p:nvPr/>
          </p:nvSpPr>
          <p:spPr>
            <a:xfrm>
              <a:off x="6191800" y="4172602"/>
              <a:ext cx="5197" cy="16851"/>
            </a:xfrm>
            <a:custGeom>
              <a:avLst/>
              <a:gdLst/>
              <a:ahLst/>
              <a:cxnLst/>
              <a:rect l="l" t="t" r="r" b="b"/>
              <a:pathLst>
                <a:path w="421" h="1365" extrusionOk="0">
                  <a:moveTo>
                    <a:pt x="411" y="0"/>
                  </a:moveTo>
                  <a:lnTo>
                    <a:pt x="1" y="3"/>
                  </a:lnTo>
                  <a:lnTo>
                    <a:pt x="9" y="1364"/>
                  </a:lnTo>
                  <a:lnTo>
                    <a:pt x="421" y="1361"/>
                  </a:lnTo>
                  <a:lnTo>
                    <a:pt x="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p:cNvSpPr/>
            <p:nvPr/>
          </p:nvSpPr>
          <p:spPr>
            <a:xfrm>
              <a:off x="6108582" y="4193724"/>
              <a:ext cx="7716" cy="14962"/>
            </a:xfrm>
            <a:custGeom>
              <a:avLst/>
              <a:gdLst/>
              <a:ahLst/>
              <a:cxnLst/>
              <a:rect l="l" t="t" r="r" b="b"/>
              <a:pathLst>
                <a:path w="625" h="1212" extrusionOk="0">
                  <a:moveTo>
                    <a:pt x="1" y="1"/>
                  </a:moveTo>
                  <a:lnTo>
                    <a:pt x="624" y="1212"/>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p:cNvSpPr/>
            <p:nvPr/>
          </p:nvSpPr>
          <p:spPr>
            <a:xfrm>
              <a:off x="6106323" y="4192576"/>
              <a:ext cx="12209" cy="17271"/>
            </a:xfrm>
            <a:custGeom>
              <a:avLst/>
              <a:gdLst/>
              <a:ahLst/>
              <a:cxnLst/>
              <a:rect l="l" t="t" r="r" b="b"/>
              <a:pathLst>
                <a:path w="989" h="1399" extrusionOk="0">
                  <a:moveTo>
                    <a:pt x="366" y="0"/>
                  </a:moveTo>
                  <a:lnTo>
                    <a:pt x="1" y="188"/>
                  </a:lnTo>
                  <a:lnTo>
                    <a:pt x="624" y="1398"/>
                  </a:lnTo>
                  <a:lnTo>
                    <a:pt x="989" y="1211"/>
                  </a:lnTo>
                  <a:lnTo>
                    <a:pt x="3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p:cNvSpPr/>
            <p:nvPr/>
          </p:nvSpPr>
          <p:spPr>
            <a:xfrm>
              <a:off x="6274733" y="4516200"/>
              <a:ext cx="7703" cy="14950"/>
            </a:xfrm>
            <a:custGeom>
              <a:avLst/>
              <a:gdLst/>
              <a:ahLst/>
              <a:cxnLst/>
              <a:rect l="l" t="t" r="r" b="b"/>
              <a:pathLst>
                <a:path w="624" h="1211" extrusionOk="0">
                  <a:moveTo>
                    <a:pt x="0" y="1"/>
                  </a:moveTo>
                  <a:lnTo>
                    <a:pt x="623" y="121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p:cNvSpPr/>
            <p:nvPr/>
          </p:nvSpPr>
          <p:spPr>
            <a:xfrm>
              <a:off x="6272511" y="4515015"/>
              <a:ext cx="12209" cy="17271"/>
            </a:xfrm>
            <a:custGeom>
              <a:avLst/>
              <a:gdLst/>
              <a:ahLst/>
              <a:cxnLst/>
              <a:rect l="l" t="t" r="r" b="b"/>
              <a:pathLst>
                <a:path w="989" h="1399" extrusionOk="0">
                  <a:moveTo>
                    <a:pt x="365" y="0"/>
                  </a:moveTo>
                  <a:lnTo>
                    <a:pt x="0" y="188"/>
                  </a:lnTo>
                  <a:lnTo>
                    <a:pt x="623" y="1398"/>
                  </a:lnTo>
                  <a:lnTo>
                    <a:pt x="988" y="1210"/>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p:cNvSpPr/>
            <p:nvPr/>
          </p:nvSpPr>
          <p:spPr>
            <a:xfrm>
              <a:off x="6349272" y="4275510"/>
              <a:ext cx="14962" cy="7703"/>
            </a:xfrm>
            <a:custGeom>
              <a:avLst/>
              <a:gdLst/>
              <a:ahLst/>
              <a:cxnLst/>
              <a:rect l="l" t="t" r="r" b="b"/>
              <a:pathLst>
                <a:path w="1212" h="624" extrusionOk="0">
                  <a:moveTo>
                    <a:pt x="1211" y="0"/>
                  </a:moveTo>
                  <a:lnTo>
                    <a:pt x="0" y="623"/>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p:cNvSpPr/>
            <p:nvPr/>
          </p:nvSpPr>
          <p:spPr>
            <a:xfrm>
              <a:off x="6348260" y="4273127"/>
              <a:ext cx="17271" cy="12222"/>
            </a:xfrm>
            <a:custGeom>
              <a:avLst/>
              <a:gdLst/>
              <a:ahLst/>
              <a:cxnLst/>
              <a:rect l="l" t="t" r="r" b="b"/>
              <a:pathLst>
                <a:path w="1399" h="990" extrusionOk="0">
                  <a:moveTo>
                    <a:pt x="1211" y="0"/>
                  </a:moveTo>
                  <a:lnTo>
                    <a:pt x="0" y="625"/>
                  </a:lnTo>
                  <a:lnTo>
                    <a:pt x="189" y="989"/>
                  </a:lnTo>
                  <a:lnTo>
                    <a:pt x="1398" y="365"/>
                  </a:lnTo>
                  <a:lnTo>
                    <a:pt x="12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p:cNvSpPr/>
            <p:nvPr/>
          </p:nvSpPr>
          <p:spPr>
            <a:xfrm>
              <a:off x="6026796" y="4441661"/>
              <a:ext cx="14962" cy="7716"/>
            </a:xfrm>
            <a:custGeom>
              <a:avLst/>
              <a:gdLst/>
              <a:ahLst/>
              <a:cxnLst/>
              <a:rect l="l" t="t" r="r" b="b"/>
              <a:pathLst>
                <a:path w="1212" h="625" extrusionOk="0">
                  <a:moveTo>
                    <a:pt x="1211" y="1"/>
                  </a:moveTo>
                  <a:lnTo>
                    <a:pt x="0" y="624"/>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p:cNvSpPr/>
            <p:nvPr/>
          </p:nvSpPr>
          <p:spPr>
            <a:xfrm>
              <a:off x="6025512" y="4439488"/>
              <a:ext cx="17271" cy="12209"/>
            </a:xfrm>
            <a:custGeom>
              <a:avLst/>
              <a:gdLst/>
              <a:ahLst/>
              <a:cxnLst/>
              <a:rect l="l" t="t" r="r" b="b"/>
              <a:pathLst>
                <a:path w="1399" h="989" extrusionOk="0">
                  <a:moveTo>
                    <a:pt x="1210" y="1"/>
                  </a:moveTo>
                  <a:lnTo>
                    <a:pt x="1" y="624"/>
                  </a:lnTo>
                  <a:lnTo>
                    <a:pt x="189" y="989"/>
                  </a:lnTo>
                  <a:lnTo>
                    <a:pt x="1399" y="364"/>
                  </a:lnTo>
                  <a:lnTo>
                    <a:pt x="1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p:cNvSpPr/>
            <p:nvPr/>
          </p:nvSpPr>
          <p:spPr>
            <a:xfrm>
              <a:off x="6158122" y="4306261"/>
              <a:ext cx="203520" cy="72181"/>
            </a:xfrm>
            <a:custGeom>
              <a:avLst/>
              <a:gdLst/>
              <a:ahLst/>
              <a:cxnLst/>
              <a:rect l="l" t="t" r="r" b="b"/>
              <a:pathLst>
                <a:path w="16486" h="5847" extrusionOk="0">
                  <a:moveTo>
                    <a:pt x="16315" y="0"/>
                  </a:moveTo>
                  <a:lnTo>
                    <a:pt x="0" y="5326"/>
                  </a:lnTo>
                  <a:lnTo>
                    <a:pt x="171" y="5846"/>
                  </a:lnTo>
                  <a:lnTo>
                    <a:pt x="16485" y="521"/>
                  </a:lnTo>
                  <a:lnTo>
                    <a:pt x="163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p:cNvSpPr/>
            <p:nvPr/>
          </p:nvSpPr>
          <p:spPr>
            <a:xfrm>
              <a:off x="6121100" y="4216303"/>
              <a:ext cx="92612" cy="179891"/>
            </a:xfrm>
            <a:custGeom>
              <a:avLst/>
              <a:gdLst/>
              <a:ahLst/>
              <a:cxnLst/>
              <a:rect l="l" t="t" r="r" b="b"/>
              <a:pathLst>
                <a:path w="7502" h="14572" extrusionOk="0">
                  <a:moveTo>
                    <a:pt x="7502" y="14571"/>
                  </a:moveTo>
                  <a:lnTo>
                    <a:pt x="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p:cNvSpPr/>
            <p:nvPr/>
          </p:nvSpPr>
          <p:spPr>
            <a:xfrm>
              <a:off x="6115100" y="4213192"/>
              <a:ext cx="104624" cy="186064"/>
            </a:xfrm>
            <a:custGeom>
              <a:avLst/>
              <a:gdLst/>
              <a:ahLst/>
              <a:cxnLst/>
              <a:rect l="l" t="t" r="r" b="b"/>
              <a:pathLst>
                <a:path w="8475" h="15072" extrusionOk="0">
                  <a:moveTo>
                    <a:pt x="975" y="1"/>
                  </a:moveTo>
                  <a:lnTo>
                    <a:pt x="1" y="502"/>
                  </a:lnTo>
                  <a:lnTo>
                    <a:pt x="7502" y="15072"/>
                  </a:lnTo>
                  <a:lnTo>
                    <a:pt x="8475" y="14571"/>
                  </a:lnTo>
                  <a:lnTo>
                    <a:pt x="9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p:cNvSpPr/>
            <p:nvPr/>
          </p:nvSpPr>
          <p:spPr>
            <a:xfrm>
              <a:off x="6091015" y="4338321"/>
              <a:ext cx="133709" cy="108722"/>
            </a:xfrm>
            <a:custGeom>
              <a:avLst/>
              <a:gdLst/>
              <a:ahLst/>
              <a:cxnLst/>
              <a:rect l="l" t="t" r="r" b="b"/>
              <a:pathLst>
                <a:path w="10831" h="8807" extrusionOk="0">
                  <a:moveTo>
                    <a:pt x="10830" y="0"/>
                  </a:moveTo>
                  <a:lnTo>
                    <a:pt x="0" y="880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p:cNvSpPr/>
            <p:nvPr/>
          </p:nvSpPr>
          <p:spPr>
            <a:xfrm>
              <a:off x="6086670" y="4333185"/>
              <a:ext cx="142239" cy="119179"/>
            </a:xfrm>
            <a:custGeom>
              <a:avLst/>
              <a:gdLst/>
              <a:ahLst/>
              <a:cxnLst/>
              <a:rect l="l" t="t" r="r" b="b"/>
              <a:pathLst>
                <a:path w="11522" h="9654" extrusionOk="0">
                  <a:moveTo>
                    <a:pt x="10832" y="1"/>
                  </a:moveTo>
                  <a:lnTo>
                    <a:pt x="0" y="8805"/>
                  </a:lnTo>
                  <a:lnTo>
                    <a:pt x="692" y="9654"/>
                  </a:lnTo>
                  <a:lnTo>
                    <a:pt x="11521" y="849"/>
                  </a:lnTo>
                  <a:lnTo>
                    <a:pt x="108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p:cNvSpPr/>
            <p:nvPr/>
          </p:nvSpPr>
          <p:spPr>
            <a:xfrm>
              <a:off x="6172319" y="4342111"/>
              <a:ext cx="46393" cy="40652"/>
            </a:xfrm>
            <a:custGeom>
              <a:avLst/>
              <a:gdLst/>
              <a:ahLst/>
              <a:cxnLst/>
              <a:rect l="l" t="t" r="r" b="b"/>
              <a:pathLst>
                <a:path w="3758" h="3293" extrusionOk="0">
                  <a:moveTo>
                    <a:pt x="1880" y="1"/>
                  </a:moveTo>
                  <a:cubicBezTo>
                    <a:pt x="1325" y="1"/>
                    <a:pt x="785" y="281"/>
                    <a:pt x="474" y="789"/>
                  </a:cubicBezTo>
                  <a:cubicBezTo>
                    <a:pt x="0" y="1564"/>
                    <a:pt x="246" y="2578"/>
                    <a:pt x="1021" y="3050"/>
                  </a:cubicBezTo>
                  <a:cubicBezTo>
                    <a:pt x="1289" y="3214"/>
                    <a:pt x="1585" y="3292"/>
                    <a:pt x="1878" y="3292"/>
                  </a:cubicBezTo>
                  <a:cubicBezTo>
                    <a:pt x="2432" y="3292"/>
                    <a:pt x="2973" y="3012"/>
                    <a:pt x="3283" y="2504"/>
                  </a:cubicBezTo>
                  <a:cubicBezTo>
                    <a:pt x="3757" y="1729"/>
                    <a:pt x="3512" y="717"/>
                    <a:pt x="2737" y="243"/>
                  </a:cubicBezTo>
                  <a:cubicBezTo>
                    <a:pt x="2468" y="79"/>
                    <a:pt x="2172" y="1"/>
                    <a:pt x="18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p:cNvSpPr/>
            <p:nvPr/>
          </p:nvSpPr>
          <p:spPr>
            <a:xfrm>
              <a:off x="6169443" y="4339568"/>
              <a:ext cx="49726" cy="45726"/>
            </a:xfrm>
            <a:custGeom>
              <a:avLst/>
              <a:gdLst/>
              <a:ahLst/>
              <a:cxnLst/>
              <a:rect l="l" t="t" r="r" b="b"/>
              <a:pathLst>
                <a:path w="4028" h="3704" extrusionOk="0">
                  <a:moveTo>
                    <a:pt x="2115" y="413"/>
                  </a:moveTo>
                  <a:cubicBezTo>
                    <a:pt x="2370" y="413"/>
                    <a:pt x="2629" y="480"/>
                    <a:pt x="2863" y="623"/>
                  </a:cubicBezTo>
                  <a:cubicBezTo>
                    <a:pt x="3191" y="824"/>
                    <a:pt x="3421" y="1140"/>
                    <a:pt x="3512" y="1515"/>
                  </a:cubicBezTo>
                  <a:cubicBezTo>
                    <a:pt x="3601" y="1888"/>
                    <a:pt x="3542" y="2276"/>
                    <a:pt x="3340" y="2603"/>
                  </a:cubicBezTo>
                  <a:cubicBezTo>
                    <a:pt x="3140" y="2931"/>
                    <a:pt x="2824" y="3161"/>
                    <a:pt x="2450" y="3252"/>
                  </a:cubicBezTo>
                  <a:cubicBezTo>
                    <a:pt x="2337" y="3280"/>
                    <a:pt x="2222" y="3293"/>
                    <a:pt x="2108" y="3293"/>
                  </a:cubicBezTo>
                  <a:cubicBezTo>
                    <a:pt x="1847" y="3293"/>
                    <a:pt x="1591" y="3222"/>
                    <a:pt x="1362" y="3082"/>
                  </a:cubicBezTo>
                  <a:cubicBezTo>
                    <a:pt x="683" y="2667"/>
                    <a:pt x="469" y="1779"/>
                    <a:pt x="883" y="1102"/>
                  </a:cubicBezTo>
                  <a:cubicBezTo>
                    <a:pt x="1154" y="658"/>
                    <a:pt x="1629" y="413"/>
                    <a:pt x="2115" y="413"/>
                  </a:cubicBezTo>
                  <a:close/>
                  <a:moveTo>
                    <a:pt x="2117" y="1"/>
                  </a:moveTo>
                  <a:cubicBezTo>
                    <a:pt x="1971" y="1"/>
                    <a:pt x="1824" y="18"/>
                    <a:pt x="1678" y="54"/>
                  </a:cubicBezTo>
                  <a:cubicBezTo>
                    <a:pt x="1197" y="169"/>
                    <a:pt x="791" y="466"/>
                    <a:pt x="533" y="887"/>
                  </a:cubicBezTo>
                  <a:cubicBezTo>
                    <a:pt x="0" y="1759"/>
                    <a:pt x="277" y="2900"/>
                    <a:pt x="1147" y="3432"/>
                  </a:cubicBezTo>
                  <a:cubicBezTo>
                    <a:pt x="1441" y="3611"/>
                    <a:pt x="1772" y="3703"/>
                    <a:pt x="2108" y="3703"/>
                  </a:cubicBezTo>
                  <a:cubicBezTo>
                    <a:pt x="2254" y="3703"/>
                    <a:pt x="2401" y="3686"/>
                    <a:pt x="2547" y="3651"/>
                  </a:cubicBezTo>
                  <a:cubicBezTo>
                    <a:pt x="3026" y="3536"/>
                    <a:pt x="3434" y="3239"/>
                    <a:pt x="3691" y="2818"/>
                  </a:cubicBezTo>
                  <a:cubicBezTo>
                    <a:pt x="3949" y="2395"/>
                    <a:pt x="4027" y="1898"/>
                    <a:pt x="3911" y="1418"/>
                  </a:cubicBezTo>
                  <a:cubicBezTo>
                    <a:pt x="3794" y="937"/>
                    <a:pt x="3498" y="531"/>
                    <a:pt x="3076" y="273"/>
                  </a:cubicBezTo>
                  <a:cubicBezTo>
                    <a:pt x="2782" y="94"/>
                    <a:pt x="2453" y="1"/>
                    <a:pt x="2117" y="1"/>
                  </a:cubicBez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p:cNvSpPr/>
            <p:nvPr/>
          </p:nvSpPr>
          <p:spPr>
            <a:xfrm>
              <a:off x="6809543" y="3579820"/>
              <a:ext cx="55244" cy="106797"/>
            </a:xfrm>
            <a:custGeom>
              <a:avLst/>
              <a:gdLst/>
              <a:ahLst/>
              <a:cxnLst/>
              <a:rect l="l" t="t" r="r" b="b"/>
              <a:pathLst>
                <a:path w="4475" h="8651" extrusionOk="0">
                  <a:moveTo>
                    <a:pt x="4104" y="1"/>
                  </a:moveTo>
                  <a:lnTo>
                    <a:pt x="0" y="8472"/>
                  </a:lnTo>
                  <a:lnTo>
                    <a:pt x="371" y="8650"/>
                  </a:lnTo>
                  <a:lnTo>
                    <a:pt x="4474" y="180"/>
                  </a:lnTo>
                  <a:lnTo>
                    <a:pt x="41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p:cNvSpPr/>
            <p:nvPr/>
          </p:nvSpPr>
          <p:spPr>
            <a:xfrm>
              <a:off x="7223360" y="3156843"/>
              <a:ext cx="247233" cy="432507"/>
            </a:xfrm>
            <a:custGeom>
              <a:avLst/>
              <a:gdLst/>
              <a:ahLst/>
              <a:cxnLst/>
              <a:rect l="l" t="t" r="r" b="b"/>
              <a:pathLst>
                <a:path w="20027" h="35035" extrusionOk="0">
                  <a:moveTo>
                    <a:pt x="1" y="0"/>
                  </a:moveTo>
                  <a:lnTo>
                    <a:pt x="1" y="35035"/>
                  </a:lnTo>
                  <a:lnTo>
                    <a:pt x="20026" y="35035"/>
                  </a:lnTo>
                  <a:lnTo>
                    <a:pt x="20026" y="0"/>
                  </a:ln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p:cNvSpPr/>
            <p:nvPr/>
          </p:nvSpPr>
          <p:spPr>
            <a:xfrm>
              <a:off x="7025383" y="4231870"/>
              <a:ext cx="634323" cy="230296"/>
            </a:xfrm>
            <a:custGeom>
              <a:avLst/>
              <a:gdLst/>
              <a:ahLst/>
              <a:cxnLst/>
              <a:rect l="l" t="t" r="r" b="b"/>
              <a:pathLst>
                <a:path w="51383" h="18655" extrusionOk="0">
                  <a:moveTo>
                    <a:pt x="3019" y="1"/>
                  </a:moveTo>
                  <a:cubicBezTo>
                    <a:pt x="1852" y="5187"/>
                    <a:pt x="856" y="11559"/>
                    <a:pt x="0" y="18654"/>
                  </a:cubicBezTo>
                  <a:lnTo>
                    <a:pt x="51383" y="18654"/>
                  </a:lnTo>
                  <a:cubicBezTo>
                    <a:pt x="51045" y="12142"/>
                    <a:pt x="50484" y="5917"/>
                    <a:pt x="49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p:cNvSpPr/>
            <p:nvPr/>
          </p:nvSpPr>
          <p:spPr>
            <a:xfrm>
              <a:off x="6978151" y="3265071"/>
              <a:ext cx="744836" cy="1011907"/>
            </a:xfrm>
            <a:custGeom>
              <a:avLst/>
              <a:gdLst/>
              <a:ahLst/>
              <a:cxnLst/>
              <a:rect l="l" t="t" r="r" b="b"/>
              <a:pathLst>
                <a:path w="60335" h="81969" extrusionOk="0">
                  <a:moveTo>
                    <a:pt x="1701" y="1"/>
                  </a:moveTo>
                  <a:lnTo>
                    <a:pt x="1701" y="1"/>
                  </a:lnTo>
                  <a:cubicBezTo>
                    <a:pt x="1701" y="1"/>
                    <a:pt x="999" y="40305"/>
                    <a:pt x="3937" y="58737"/>
                  </a:cubicBezTo>
                  <a:cubicBezTo>
                    <a:pt x="5859" y="70797"/>
                    <a:pt x="1" y="78334"/>
                    <a:pt x="6570" y="80334"/>
                  </a:cubicBezTo>
                  <a:cubicBezTo>
                    <a:pt x="10886" y="81425"/>
                    <a:pt x="20387" y="81968"/>
                    <a:pt x="29943" y="81968"/>
                  </a:cubicBezTo>
                  <a:cubicBezTo>
                    <a:pt x="39529" y="81968"/>
                    <a:pt x="49171" y="81422"/>
                    <a:pt x="53686" y="80334"/>
                  </a:cubicBezTo>
                  <a:cubicBezTo>
                    <a:pt x="60334" y="78635"/>
                    <a:pt x="54475" y="70799"/>
                    <a:pt x="56397" y="58737"/>
                  </a:cubicBezTo>
                  <a:cubicBezTo>
                    <a:pt x="59335" y="40305"/>
                    <a:pt x="57637" y="288"/>
                    <a:pt x="57637" y="287"/>
                  </a:cubicBezTo>
                  <a:lnTo>
                    <a:pt x="57637" y="287"/>
                  </a:lnTo>
                  <a:lnTo>
                    <a:pt x="40294" y="4202"/>
                  </a:lnTo>
                  <a:lnTo>
                    <a:pt x="30282" y="8750"/>
                  </a:lnTo>
                  <a:lnTo>
                    <a:pt x="19882" y="4607"/>
                  </a:lnTo>
                  <a:lnTo>
                    <a:pt x="17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p:cNvSpPr/>
            <p:nvPr/>
          </p:nvSpPr>
          <p:spPr>
            <a:xfrm>
              <a:off x="7048246" y="4291496"/>
              <a:ext cx="89267" cy="70725"/>
            </a:xfrm>
            <a:custGeom>
              <a:avLst/>
              <a:gdLst/>
              <a:ahLst/>
              <a:cxnLst/>
              <a:rect l="l" t="t" r="r" b="b"/>
              <a:pathLst>
                <a:path w="7231" h="5729" extrusionOk="0">
                  <a:moveTo>
                    <a:pt x="6832" y="1"/>
                  </a:moveTo>
                  <a:cubicBezTo>
                    <a:pt x="5657" y="4746"/>
                    <a:pt x="57" y="5315"/>
                    <a:pt x="0" y="5321"/>
                  </a:cubicBezTo>
                  <a:lnTo>
                    <a:pt x="37" y="5728"/>
                  </a:lnTo>
                  <a:cubicBezTo>
                    <a:pt x="97" y="5722"/>
                    <a:pt x="5985" y="5131"/>
                    <a:pt x="7231" y="100"/>
                  </a:cubicBezTo>
                  <a:lnTo>
                    <a:pt x="6832" y="1"/>
                  </a:lnTo>
                  <a:close/>
                </a:path>
              </a:pathLst>
            </a:custGeom>
            <a:solidFill>
              <a:srgbClr val="FFFFFF">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p:cNvSpPr/>
            <p:nvPr/>
          </p:nvSpPr>
          <p:spPr>
            <a:xfrm>
              <a:off x="7288946" y="3390067"/>
              <a:ext cx="113593" cy="841801"/>
            </a:xfrm>
            <a:custGeom>
              <a:avLst/>
              <a:gdLst/>
              <a:ahLst/>
              <a:cxnLst/>
              <a:rect l="l" t="t" r="r" b="b"/>
              <a:pathLst>
                <a:path w="6068" h="44968" extrusionOk="0">
                  <a:moveTo>
                    <a:pt x="3034" y="0"/>
                  </a:moveTo>
                  <a:cubicBezTo>
                    <a:pt x="2138" y="567"/>
                    <a:pt x="1430" y="1276"/>
                    <a:pt x="886" y="2109"/>
                  </a:cubicBezTo>
                  <a:lnTo>
                    <a:pt x="1750" y="2947"/>
                  </a:lnTo>
                  <a:lnTo>
                    <a:pt x="0" y="41662"/>
                  </a:lnTo>
                  <a:lnTo>
                    <a:pt x="3034" y="44967"/>
                  </a:lnTo>
                  <a:lnTo>
                    <a:pt x="6067" y="41662"/>
                  </a:lnTo>
                  <a:lnTo>
                    <a:pt x="4319" y="2947"/>
                  </a:lnTo>
                  <a:lnTo>
                    <a:pt x="5182" y="2109"/>
                  </a:lnTo>
                  <a:cubicBezTo>
                    <a:pt x="4638" y="1276"/>
                    <a:pt x="3929" y="567"/>
                    <a:pt x="30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p:cNvSpPr/>
            <p:nvPr/>
          </p:nvSpPr>
          <p:spPr>
            <a:xfrm>
              <a:off x="7564601" y="4291496"/>
              <a:ext cx="89254" cy="70725"/>
            </a:xfrm>
            <a:custGeom>
              <a:avLst/>
              <a:gdLst/>
              <a:ahLst/>
              <a:cxnLst/>
              <a:rect l="l" t="t" r="r" b="b"/>
              <a:pathLst>
                <a:path w="7230" h="5729" extrusionOk="0">
                  <a:moveTo>
                    <a:pt x="400" y="1"/>
                  </a:moveTo>
                  <a:lnTo>
                    <a:pt x="1" y="100"/>
                  </a:lnTo>
                  <a:cubicBezTo>
                    <a:pt x="1247" y="5131"/>
                    <a:pt x="7133" y="5722"/>
                    <a:pt x="7193" y="5728"/>
                  </a:cubicBezTo>
                  <a:lnTo>
                    <a:pt x="7230" y="5321"/>
                  </a:lnTo>
                  <a:cubicBezTo>
                    <a:pt x="7174" y="5315"/>
                    <a:pt x="1575" y="4746"/>
                    <a:pt x="400" y="1"/>
                  </a:cubicBezTo>
                  <a:close/>
                </a:path>
              </a:pathLst>
            </a:custGeom>
            <a:solidFill>
              <a:srgbClr val="FFFFFF">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p:cNvSpPr/>
            <p:nvPr/>
          </p:nvSpPr>
          <p:spPr>
            <a:xfrm>
              <a:off x="7290826" y="4276238"/>
              <a:ext cx="62725" cy="90995"/>
            </a:xfrm>
            <a:custGeom>
              <a:avLst/>
              <a:gdLst/>
              <a:ahLst/>
              <a:cxnLst/>
              <a:rect l="l" t="t" r="r" b="b"/>
              <a:pathLst>
                <a:path w="5081" h="7371" extrusionOk="0">
                  <a:moveTo>
                    <a:pt x="1025" y="1"/>
                  </a:moveTo>
                  <a:lnTo>
                    <a:pt x="1025" y="1"/>
                  </a:lnTo>
                  <a:cubicBezTo>
                    <a:pt x="982" y="147"/>
                    <a:pt x="0" y="3592"/>
                    <a:pt x="1550" y="5741"/>
                  </a:cubicBezTo>
                  <a:cubicBezTo>
                    <a:pt x="2285" y="6761"/>
                    <a:pt x="3469" y="7310"/>
                    <a:pt x="5066" y="7370"/>
                  </a:cubicBezTo>
                  <a:lnTo>
                    <a:pt x="5080" y="6960"/>
                  </a:lnTo>
                  <a:cubicBezTo>
                    <a:pt x="3618" y="6904"/>
                    <a:pt x="2542" y="6415"/>
                    <a:pt x="1884" y="5502"/>
                  </a:cubicBezTo>
                  <a:cubicBezTo>
                    <a:pt x="452" y="3516"/>
                    <a:pt x="1410" y="151"/>
                    <a:pt x="1420" y="117"/>
                  </a:cubicBezTo>
                  <a:lnTo>
                    <a:pt x="1025" y="1"/>
                  </a:lnTo>
                  <a:close/>
                </a:path>
              </a:pathLst>
            </a:custGeom>
            <a:solidFill>
              <a:srgbClr val="FFFFFF">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p:cNvSpPr/>
            <p:nvPr/>
          </p:nvSpPr>
          <p:spPr>
            <a:xfrm>
              <a:off x="7347205" y="4276818"/>
              <a:ext cx="6481" cy="181731"/>
            </a:xfrm>
            <a:custGeom>
              <a:avLst/>
              <a:gdLst/>
              <a:ahLst/>
              <a:cxnLst/>
              <a:rect l="l" t="t" r="r" b="b"/>
              <a:pathLst>
                <a:path w="525" h="14721" extrusionOk="0">
                  <a:moveTo>
                    <a:pt x="113" y="1"/>
                  </a:moveTo>
                  <a:lnTo>
                    <a:pt x="1" y="14718"/>
                  </a:lnTo>
                  <a:lnTo>
                    <a:pt x="411" y="14721"/>
                  </a:lnTo>
                  <a:lnTo>
                    <a:pt x="524" y="3"/>
                  </a:lnTo>
                  <a:lnTo>
                    <a:pt x="113" y="1"/>
                  </a:lnTo>
                  <a:close/>
                </a:path>
              </a:pathLst>
            </a:custGeom>
            <a:solidFill>
              <a:srgbClr val="FFFFFF">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p:cNvSpPr/>
            <p:nvPr/>
          </p:nvSpPr>
          <p:spPr>
            <a:xfrm>
              <a:off x="7185967" y="3284083"/>
              <a:ext cx="166016" cy="149831"/>
            </a:xfrm>
            <a:custGeom>
              <a:avLst/>
              <a:gdLst/>
              <a:ahLst/>
              <a:cxnLst/>
              <a:rect l="l" t="t" r="r" b="b"/>
              <a:pathLst>
                <a:path w="13448" h="12137" extrusionOk="0">
                  <a:moveTo>
                    <a:pt x="3030" y="1"/>
                  </a:moveTo>
                  <a:lnTo>
                    <a:pt x="1" y="2426"/>
                  </a:lnTo>
                  <a:cubicBezTo>
                    <a:pt x="1299" y="6746"/>
                    <a:pt x="4327" y="9902"/>
                    <a:pt x="8721" y="12136"/>
                  </a:cubicBezTo>
                  <a:lnTo>
                    <a:pt x="13448" y="7210"/>
                  </a:lnTo>
                  <a:cubicBezTo>
                    <a:pt x="8998" y="5715"/>
                    <a:pt x="5528" y="3311"/>
                    <a:pt x="30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p:cNvSpPr/>
            <p:nvPr/>
          </p:nvSpPr>
          <p:spPr>
            <a:xfrm>
              <a:off x="7342020" y="3284083"/>
              <a:ext cx="166016" cy="149831"/>
            </a:xfrm>
            <a:custGeom>
              <a:avLst/>
              <a:gdLst/>
              <a:ahLst/>
              <a:cxnLst/>
              <a:rect l="l" t="t" r="r" b="b"/>
              <a:pathLst>
                <a:path w="13448" h="12137" extrusionOk="0">
                  <a:moveTo>
                    <a:pt x="10419" y="1"/>
                  </a:moveTo>
                  <a:cubicBezTo>
                    <a:pt x="7922" y="3311"/>
                    <a:pt x="4450" y="5715"/>
                    <a:pt x="1" y="7210"/>
                  </a:cubicBezTo>
                  <a:lnTo>
                    <a:pt x="4727" y="12136"/>
                  </a:lnTo>
                  <a:cubicBezTo>
                    <a:pt x="9123" y="9902"/>
                    <a:pt x="12150" y="6746"/>
                    <a:pt x="13448" y="2426"/>
                  </a:cubicBezTo>
                  <a:lnTo>
                    <a:pt x="104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p:cNvSpPr/>
            <p:nvPr/>
          </p:nvSpPr>
          <p:spPr>
            <a:xfrm>
              <a:off x="7183634" y="3312995"/>
              <a:ext cx="123178" cy="124549"/>
            </a:xfrm>
            <a:custGeom>
              <a:avLst/>
              <a:gdLst/>
              <a:ahLst/>
              <a:cxnLst/>
              <a:rect l="l" t="t" r="r" b="b"/>
              <a:pathLst>
                <a:path w="9978" h="10089" extrusionOk="0">
                  <a:moveTo>
                    <a:pt x="378" y="1"/>
                  </a:moveTo>
                  <a:lnTo>
                    <a:pt x="1" y="167"/>
                  </a:lnTo>
                  <a:cubicBezTo>
                    <a:pt x="1954" y="4609"/>
                    <a:pt x="4835" y="7819"/>
                    <a:pt x="8814" y="9976"/>
                  </a:cubicBezTo>
                  <a:lnTo>
                    <a:pt x="9021" y="10088"/>
                  </a:lnTo>
                  <a:lnTo>
                    <a:pt x="9021" y="10087"/>
                  </a:lnTo>
                  <a:lnTo>
                    <a:pt x="9103" y="9867"/>
                  </a:lnTo>
                  <a:cubicBezTo>
                    <a:pt x="9335" y="9249"/>
                    <a:pt x="9628" y="8662"/>
                    <a:pt x="9978" y="8118"/>
                  </a:cubicBezTo>
                  <a:lnTo>
                    <a:pt x="9631" y="7897"/>
                  </a:lnTo>
                  <a:cubicBezTo>
                    <a:pt x="9309" y="8399"/>
                    <a:pt x="9031" y="8938"/>
                    <a:pt x="8805" y="9502"/>
                  </a:cubicBezTo>
                  <a:cubicBezTo>
                    <a:pt x="5016" y="7391"/>
                    <a:pt x="2258" y="4282"/>
                    <a:pt x="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p:cNvSpPr/>
            <p:nvPr/>
          </p:nvSpPr>
          <p:spPr>
            <a:xfrm>
              <a:off x="7384672" y="3312995"/>
              <a:ext cx="123191" cy="124549"/>
            </a:xfrm>
            <a:custGeom>
              <a:avLst/>
              <a:gdLst/>
              <a:ahLst/>
              <a:cxnLst/>
              <a:rect l="l" t="t" r="r" b="b"/>
              <a:pathLst>
                <a:path w="9979" h="10089" extrusionOk="0">
                  <a:moveTo>
                    <a:pt x="9602" y="1"/>
                  </a:moveTo>
                  <a:cubicBezTo>
                    <a:pt x="7722" y="4282"/>
                    <a:pt x="4965" y="7391"/>
                    <a:pt x="1176" y="9502"/>
                  </a:cubicBezTo>
                  <a:cubicBezTo>
                    <a:pt x="948" y="8937"/>
                    <a:pt x="669" y="8396"/>
                    <a:pt x="345" y="7891"/>
                  </a:cubicBezTo>
                  <a:lnTo>
                    <a:pt x="0" y="8112"/>
                  </a:lnTo>
                  <a:cubicBezTo>
                    <a:pt x="351" y="8659"/>
                    <a:pt x="646" y="9248"/>
                    <a:pt x="877" y="9867"/>
                  </a:cubicBezTo>
                  <a:lnTo>
                    <a:pt x="960" y="10088"/>
                  </a:lnTo>
                  <a:lnTo>
                    <a:pt x="1167" y="9976"/>
                  </a:lnTo>
                  <a:cubicBezTo>
                    <a:pt x="5144" y="7819"/>
                    <a:pt x="8027" y="4609"/>
                    <a:pt x="9978" y="167"/>
                  </a:cubicBezTo>
                  <a:lnTo>
                    <a:pt x="96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p:cNvSpPr/>
            <p:nvPr/>
          </p:nvSpPr>
          <p:spPr>
            <a:xfrm>
              <a:off x="7319676" y="3425680"/>
              <a:ext cx="52133" cy="11802"/>
            </a:xfrm>
            <a:custGeom>
              <a:avLst/>
              <a:gdLst/>
              <a:ahLst/>
              <a:cxnLst/>
              <a:rect l="l" t="t" r="r" b="b"/>
              <a:pathLst>
                <a:path w="4223" h="956" extrusionOk="0">
                  <a:moveTo>
                    <a:pt x="229" y="1"/>
                  </a:moveTo>
                  <a:lnTo>
                    <a:pt x="1" y="341"/>
                  </a:lnTo>
                  <a:cubicBezTo>
                    <a:pt x="611" y="750"/>
                    <a:pt x="1377" y="956"/>
                    <a:pt x="2136" y="956"/>
                  </a:cubicBezTo>
                  <a:lnTo>
                    <a:pt x="2136" y="956"/>
                  </a:lnTo>
                  <a:cubicBezTo>
                    <a:pt x="2897" y="956"/>
                    <a:pt x="3649" y="750"/>
                    <a:pt x="4222" y="337"/>
                  </a:cubicBezTo>
                  <a:lnTo>
                    <a:pt x="3982" y="3"/>
                  </a:lnTo>
                  <a:cubicBezTo>
                    <a:pt x="3484" y="362"/>
                    <a:pt x="2816" y="541"/>
                    <a:pt x="2138" y="541"/>
                  </a:cubicBezTo>
                  <a:cubicBezTo>
                    <a:pt x="1457" y="541"/>
                    <a:pt x="766" y="360"/>
                    <a:pt x="229" y="1"/>
                  </a:cubicBezTo>
                  <a:close/>
                  <a:moveTo>
                    <a:pt x="2136" y="956"/>
                  </a:moveTo>
                  <a:cubicBezTo>
                    <a:pt x="2136" y="956"/>
                    <a:pt x="2136" y="956"/>
                    <a:pt x="2136" y="956"/>
                  </a:cubicBezTo>
                  <a:lnTo>
                    <a:pt x="2137" y="956"/>
                  </a:lnTo>
                  <a:cubicBezTo>
                    <a:pt x="2137" y="956"/>
                    <a:pt x="2137" y="956"/>
                    <a:pt x="2136" y="9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p:cNvSpPr/>
            <p:nvPr/>
          </p:nvSpPr>
          <p:spPr>
            <a:xfrm>
              <a:off x="6996891" y="3546673"/>
              <a:ext cx="20073" cy="339241"/>
            </a:xfrm>
            <a:custGeom>
              <a:avLst/>
              <a:gdLst/>
              <a:ahLst/>
              <a:cxnLst/>
              <a:rect l="l" t="t" r="r" b="b"/>
              <a:pathLst>
                <a:path w="1626" h="27480" extrusionOk="0">
                  <a:moveTo>
                    <a:pt x="410" y="0"/>
                  </a:moveTo>
                  <a:lnTo>
                    <a:pt x="0" y="2"/>
                  </a:lnTo>
                  <a:cubicBezTo>
                    <a:pt x="31" y="8677"/>
                    <a:pt x="442" y="17921"/>
                    <a:pt x="1217" y="27479"/>
                  </a:cubicBezTo>
                  <a:lnTo>
                    <a:pt x="1625" y="27447"/>
                  </a:lnTo>
                  <a:cubicBezTo>
                    <a:pt x="850" y="17899"/>
                    <a:pt x="442" y="8666"/>
                    <a:pt x="4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p:cNvSpPr/>
            <p:nvPr/>
          </p:nvSpPr>
          <p:spPr>
            <a:xfrm>
              <a:off x="7683174" y="3546673"/>
              <a:ext cx="20073" cy="339241"/>
            </a:xfrm>
            <a:custGeom>
              <a:avLst/>
              <a:gdLst/>
              <a:ahLst/>
              <a:cxnLst/>
              <a:rect l="l" t="t" r="r" b="b"/>
              <a:pathLst>
                <a:path w="1626" h="27480" extrusionOk="0">
                  <a:moveTo>
                    <a:pt x="1216" y="0"/>
                  </a:moveTo>
                  <a:cubicBezTo>
                    <a:pt x="1184" y="8656"/>
                    <a:pt x="776" y="17890"/>
                    <a:pt x="1" y="27447"/>
                  </a:cubicBezTo>
                  <a:lnTo>
                    <a:pt x="411" y="27479"/>
                  </a:lnTo>
                  <a:cubicBezTo>
                    <a:pt x="1186" y="17913"/>
                    <a:pt x="1595" y="8668"/>
                    <a:pt x="1626" y="2"/>
                  </a:cubicBezTo>
                  <a:lnTo>
                    <a:pt x="12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p:cNvSpPr/>
            <p:nvPr/>
          </p:nvSpPr>
          <p:spPr>
            <a:xfrm>
              <a:off x="7176819" y="2772506"/>
              <a:ext cx="340290" cy="476184"/>
            </a:xfrm>
            <a:custGeom>
              <a:avLst/>
              <a:gdLst/>
              <a:ahLst/>
              <a:cxnLst/>
              <a:rect l="l" t="t" r="r" b="b"/>
              <a:pathLst>
                <a:path w="27565" h="38573" extrusionOk="0">
                  <a:moveTo>
                    <a:pt x="13783" y="1"/>
                  </a:moveTo>
                  <a:cubicBezTo>
                    <a:pt x="6148" y="1"/>
                    <a:pt x="1" y="6148"/>
                    <a:pt x="1" y="13783"/>
                  </a:cubicBezTo>
                  <a:lnTo>
                    <a:pt x="1" y="24790"/>
                  </a:lnTo>
                  <a:cubicBezTo>
                    <a:pt x="1" y="32425"/>
                    <a:pt x="6148" y="38572"/>
                    <a:pt x="13783" y="38572"/>
                  </a:cubicBezTo>
                  <a:cubicBezTo>
                    <a:pt x="21419" y="38572"/>
                    <a:pt x="27565" y="32425"/>
                    <a:pt x="27565" y="24790"/>
                  </a:cubicBezTo>
                  <a:lnTo>
                    <a:pt x="27565" y="13783"/>
                  </a:lnTo>
                  <a:cubicBezTo>
                    <a:pt x="27565" y="6148"/>
                    <a:pt x="21419" y="1"/>
                    <a:pt x="13783" y="1"/>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p:cNvSpPr/>
            <p:nvPr/>
          </p:nvSpPr>
          <p:spPr>
            <a:xfrm>
              <a:off x="7103194" y="2987284"/>
              <a:ext cx="124993" cy="125154"/>
            </a:xfrm>
            <a:custGeom>
              <a:avLst/>
              <a:gdLst/>
              <a:ahLst/>
              <a:cxnLst/>
              <a:rect l="l" t="t" r="r" b="b"/>
              <a:pathLst>
                <a:path w="10125" h="10138" extrusionOk="0">
                  <a:moveTo>
                    <a:pt x="4242" y="0"/>
                  </a:moveTo>
                  <a:cubicBezTo>
                    <a:pt x="3799" y="0"/>
                    <a:pt x="3316" y="151"/>
                    <a:pt x="2797" y="521"/>
                  </a:cubicBezTo>
                  <a:cubicBezTo>
                    <a:pt x="1" y="2514"/>
                    <a:pt x="2807" y="9422"/>
                    <a:pt x="6588" y="10096"/>
                  </a:cubicBezTo>
                  <a:cubicBezTo>
                    <a:pt x="6743" y="10124"/>
                    <a:pt x="6887" y="10137"/>
                    <a:pt x="7021" y="10137"/>
                  </a:cubicBezTo>
                  <a:cubicBezTo>
                    <a:pt x="10125" y="10137"/>
                    <a:pt x="7339" y="2896"/>
                    <a:pt x="7339" y="2896"/>
                  </a:cubicBezTo>
                  <a:cubicBezTo>
                    <a:pt x="7339" y="2896"/>
                    <a:pt x="6181" y="0"/>
                    <a:pt x="4242"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p:cNvSpPr/>
            <p:nvPr/>
          </p:nvSpPr>
          <p:spPr>
            <a:xfrm>
              <a:off x="7465766" y="2987284"/>
              <a:ext cx="124993" cy="125154"/>
            </a:xfrm>
            <a:custGeom>
              <a:avLst/>
              <a:gdLst/>
              <a:ahLst/>
              <a:cxnLst/>
              <a:rect l="l" t="t" r="r" b="b"/>
              <a:pathLst>
                <a:path w="10125" h="10138" extrusionOk="0">
                  <a:moveTo>
                    <a:pt x="5883" y="0"/>
                  </a:moveTo>
                  <a:cubicBezTo>
                    <a:pt x="3944" y="0"/>
                    <a:pt x="2786" y="2896"/>
                    <a:pt x="2786" y="2896"/>
                  </a:cubicBezTo>
                  <a:cubicBezTo>
                    <a:pt x="2786" y="2896"/>
                    <a:pt x="0" y="10137"/>
                    <a:pt x="3105" y="10137"/>
                  </a:cubicBezTo>
                  <a:cubicBezTo>
                    <a:pt x="3238" y="10137"/>
                    <a:pt x="3382" y="10124"/>
                    <a:pt x="3537" y="10096"/>
                  </a:cubicBezTo>
                  <a:cubicBezTo>
                    <a:pt x="7318" y="9422"/>
                    <a:pt x="10125" y="2514"/>
                    <a:pt x="7328" y="521"/>
                  </a:cubicBezTo>
                  <a:cubicBezTo>
                    <a:pt x="6809" y="151"/>
                    <a:pt x="6326" y="0"/>
                    <a:pt x="5883"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p:cNvSpPr/>
            <p:nvPr/>
          </p:nvSpPr>
          <p:spPr>
            <a:xfrm>
              <a:off x="7113144" y="2710719"/>
              <a:ext cx="438186" cy="362449"/>
            </a:xfrm>
            <a:custGeom>
              <a:avLst/>
              <a:gdLst/>
              <a:ahLst/>
              <a:cxnLst/>
              <a:rect l="l" t="t" r="r" b="b"/>
              <a:pathLst>
                <a:path w="35495" h="29360" extrusionOk="0">
                  <a:moveTo>
                    <a:pt x="13529" y="1"/>
                  </a:moveTo>
                  <a:cubicBezTo>
                    <a:pt x="13207" y="1"/>
                    <a:pt x="12913" y="31"/>
                    <a:pt x="12653" y="95"/>
                  </a:cubicBezTo>
                  <a:cubicBezTo>
                    <a:pt x="8489" y="1120"/>
                    <a:pt x="8741" y="4193"/>
                    <a:pt x="8741" y="4193"/>
                  </a:cubicBezTo>
                  <a:cubicBezTo>
                    <a:pt x="8741" y="4193"/>
                    <a:pt x="7657" y="3773"/>
                    <a:pt x="6306" y="3773"/>
                  </a:cubicBezTo>
                  <a:cubicBezTo>
                    <a:pt x="4853" y="3773"/>
                    <a:pt x="3091" y="4258"/>
                    <a:pt x="2036" y="6273"/>
                  </a:cubicBezTo>
                  <a:cubicBezTo>
                    <a:pt x="1" y="10162"/>
                    <a:pt x="4198" y="13924"/>
                    <a:pt x="4198" y="13924"/>
                  </a:cubicBezTo>
                  <a:cubicBezTo>
                    <a:pt x="3348" y="14279"/>
                    <a:pt x="2536" y="15641"/>
                    <a:pt x="3051" y="17755"/>
                  </a:cubicBezTo>
                  <a:lnTo>
                    <a:pt x="3735" y="22403"/>
                  </a:lnTo>
                  <a:cubicBezTo>
                    <a:pt x="6135" y="22842"/>
                    <a:pt x="5846" y="26604"/>
                    <a:pt x="5630" y="29359"/>
                  </a:cubicBezTo>
                  <a:cubicBezTo>
                    <a:pt x="7682" y="29359"/>
                    <a:pt x="7572" y="23638"/>
                    <a:pt x="7572" y="23638"/>
                  </a:cubicBezTo>
                  <a:lnTo>
                    <a:pt x="7902" y="15076"/>
                  </a:lnTo>
                  <a:cubicBezTo>
                    <a:pt x="11019" y="16193"/>
                    <a:pt x="14730" y="16807"/>
                    <a:pt x="18726" y="16807"/>
                  </a:cubicBezTo>
                  <a:cubicBezTo>
                    <a:pt x="22492" y="16807"/>
                    <a:pt x="26511" y="16261"/>
                    <a:pt x="30521" y="15076"/>
                  </a:cubicBezTo>
                  <a:lnTo>
                    <a:pt x="30521" y="15076"/>
                  </a:lnTo>
                  <a:lnTo>
                    <a:pt x="30510" y="23609"/>
                  </a:lnTo>
                  <a:cubicBezTo>
                    <a:pt x="30510" y="23609"/>
                    <a:pt x="30201" y="29359"/>
                    <a:pt x="32063" y="29359"/>
                  </a:cubicBezTo>
                  <a:cubicBezTo>
                    <a:pt x="31906" y="25428"/>
                    <a:pt x="32012" y="22395"/>
                    <a:pt x="34568" y="22395"/>
                  </a:cubicBezTo>
                  <a:cubicBezTo>
                    <a:pt x="34642" y="22395"/>
                    <a:pt x="34718" y="22398"/>
                    <a:pt x="34797" y="22403"/>
                  </a:cubicBezTo>
                  <a:lnTo>
                    <a:pt x="35364" y="17316"/>
                  </a:lnTo>
                  <a:cubicBezTo>
                    <a:pt x="35495" y="16320"/>
                    <a:pt x="35379" y="14186"/>
                    <a:pt x="33919" y="13924"/>
                  </a:cubicBezTo>
                  <a:cubicBezTo>
                    <a:pt x="33440" y="10977"/>
                    <a:pt x="32658" y="8578"/>
                    <a:pt x="29565" y="6753"/>
                  </a:cubicBezTo>
                  <a:cubicBezTo>
                    <a:pt x="29565" y="6753"/>
                    <a:pt x="18361" y="1"/>
                    <a:pt x="135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p:cNvSpPr/>
            <p:nvPr/>
          </p:nvSpPr>
          <p:spPr>
            <a:xfrm>
              <a:off x="7136241" y="3009369"/>
              <a:ext cx="32097" cy="57034"/>
            </a:xfrm>
            <a:custGeom>
              <a:avLst/>
              <a:gdLst/>
              <a:ahLst/>
              <a:cxnLst/>
              <a:rect l="l" t="t" r="r" b="b"/>
              <a:pathLst>
                <a:path w="2600" h="4620" extrusionOk="0">
                  <a:moveTo>
                    <a:pt x="1963" y="0"/>
                  </a:moveTo>
                  <a:cubicBezTo>
                    <a:pt x="1255" y="0"/>
                    <a:pt x="883" y="305"/>
                    <a:pt x="690" y="597"/>
                  </a:cubicBezTo>
                  <a:cubicBezTo>
                    <a:pt x="1" y="1635"/>
                    <a:pt x="699" y="3610"/>
                    <a:pt x="1387" y="4619"/>
                  </a:cubicBezTo>
                  <a:lnTo>
                    <a:pt x="1387" y="4618"/>
                  </a:lnTo>
                  <a:lnTo>
                    <a:pt x="1725" y="4387"/>
                  </a:lnTo>
                  <a:cubicBezTo>
                    <a:pt x="991" y="3312"/>
                    <a:pt x="526" y="1585"/>
                    <a:pt x="1032" y="824"/>
                  </a:cubicBezTo>
                  <a:cubicBezTo>
                    <a:pt x="1215" y="549"/>
                    <a:pt x="1525" y="410"/>
                    <a:pt x="1959" y="410"/>
                  </a:cubicBezTo>
                  <a:cubicBezTo>
                    <a:pt x="2127" y="410"/>
                    <a:pt x="2313" y="431"/>
                    <a:pt x="2517" y="472"/>
                  </a:cubicBezTo>
                  <a:lnTo>
                    <a:pt x="2599" y="70"/>
                  </a:lnTo>
                  <a:cubicBezTo>
                    <a:pt x="2362" y="22"/>
                    <a:pt x="2151" y="0"/>
                    <a:pt x="19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p:cNvSpPr/>
            <p:nvPr/>
          </p:nvSpPr>
          <p:spPr>
            <a:xfrm>
              <a:off x="7529109" y="3009369"/>
              <a:ext cx="32109" cy="57034"/>
            </a:xfrm>
            <a:custGeom>
              <a:avLst/>
              <a:gdLst/>
              <a:ahLst/>
              <a:cxnLst/>
              <a:rect l="l" t="t" r="r" b="b"/>
              <a:pathLst>
                <a:path w="2601" h="4620" extrusionOk="0">
                  <a:moveTo>
                    <a:pt x="636" y="0"/>
                  </a:moveTo>
                  <a:cubicBezTo>
                    <a:pt x="448" y="0"/>
                    <a:pt x="238" y="22"/>
                    <a:pt x="0" y="70"/>
                  </a:cubicBezTo>
                  <a:lnTo>
                    <a:pt x="84" y="472"/>
                  </a:lnTo>
                  <a:cubicBezTo>
                    <a:pt x="288" y="431"/>
                    <a:pt x="474" y="410"/>
                    <a:pt x="641" y="410"/>
                  </a:cubicBezTo>
                  <a:cubicBezTo>
                    <a:pt x="1075" y="410"/>
                    <a:pt x="1385" y="549"/>
                    <a:pt x="1569" y="824"/>
                  </a:cubicBezTo>
                  <a:cubicBezTo>
                    <a:pt x="2074" y="1585"/>
                    <a:pt x="1608" y="3312"/>
                    <a:pt x="875" y="4388"/>
                  </a:cubicBezTo>
                  <a:lnTo>
                    <a:pt x="1214" y="4619"/>
                  </a:lnTo>
                  <a:cubicBezTo>
                    <a:pt x="1902" y="3610"/>
                    <a:pt x="2600" y="1635"/>
                    <a:pt x="1911" y="597"/>
                  </a:cubicBezTo>
                  <a:cubicBezTo>
                    <a:pt x="1716" y="306"/>
                    <a:pt x="1345" y="0"/>
                    <a:pt x="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p:cNvSpPr/>
            <p:nvPr/>
          </p:nvSpPr>
          <p:spPr>
            <a:xfrm>
              <a:off x="7222261" y="3198495"/>
              <a:ext cx="250208" cy="56392"/>
            </a:xfrm>
            <a:custGeom>
              <a:avLst/>
              <a:gdLst/>
              <a:ahLst/>
              <a:cxnLst/>
              <a:rect l="l" t="t" r="r" b="b"/>
              <a:pathLst>
                <a:path w="20268" h="4568" extrusionOk="0">
                  <a:moveTo>
                    <a:pt x="304" y="0"/>
                  </a:moveTo>
                  <a:lnTo>
                    <a:pt x="0" y="275"/>
                  </a:lnTo>
                  <a:cubicBezTo>
                    <a:pt x="2487" y="3003"/>
                    <a:pt x="6183" y="4568"/>
                    <a:pt x="10142" y="4568"/>
                  </a:cubicBezTo>
                  <a:lnTo>
                    <a:pt x="10144" y="4568"/>
                  </a:lnTo>
                  <a:cubicBezTo>
                    <a:pt x="14092" y="4568"/>
                    <a:pt x="17782" y="3002"/>
                    <a:pt x="20267" y="275"/>
                  </a:cubicBezTo>
                  <a:lnTo>
                    <a:pt x="19964" y="0"/>
                  </a:lnTo>
                  <a:cubicBezTo>
                    <a:pt x="17556" y="2642"/>
                    <a:pt x="13977" y="4157"/>
                    <a:pt x="10143" y="4157"/>
                  </a:cubicBezTo>
                  <a:lnTo>
                    <a:pt x="10142" y="4157"/>
                  </a:lnTo>
                  <a:cubicBezTo>
                    <a:pt x="6298" y="4157"/>
                    <a:pt x="2713" y="2642"/>
                    <a:pt x="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p:cNvSpPr/>
            <p:nvPr/>
          </p:nvSpPr>
          <p:spPr>
            <a:xfrm>
              <a:off x="7342230" y="2994827"/>
              <a:ext cx="35652" cy="88366"/>
            </a:xfrm>
            <a:custGeom>
              <a:avLst/>
              <a:gdLst/>
              <a:ahLst/>
              <a:cxnLst/>
              <a:rect l="l" t="t" r="r" b="b"/>
              <a:pathLst>
                <a:path w="2888" h="7158" extrusionOk="0">
                  <a:moveTo>
                    <a:pt x="357" y="1"/>
                  </a:moveTo>
                  <a:lnTo>
                    <a:pt x="1" y="204"/>
                  </a:lnTo>
                  <a:cubicBezTo>
                    <a:pt x="642" y="1332"/>
                    <a:pt x="2324" y="4438"/>
                    <a:pt x="2388" y="5260"/>
                  </a:cubicBezTo>
                  <a:cubicBezTo>
                    <a:pt x="2442" y="5976"/>
                    <a:pt x="876" y="6602"/>
                    <a:pt x="324" y="6764"/>
                  </a:cubicBezTo>
                  <a:lnTo>
                    <a:pt x="439" y="7157"/>
                  </a:lnTo>
                  <a:cubicBezTo>
                    <a:pt x="690" y="7085"/>
                    <a:pt x="2888" y="6406"/>
                    <a:pt x="2797" y="5228"/>
                  </a:cubicBezTo>
                  <a:cubicBezTo>
                    <a:pt x="2714" y="4148"/>
                    <a:pt x="453" y="170"/>
                    <a:pt x="3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p:cNvSpPr/>
            <p:nvPr/>
          </p:nvSpPr>
          <p:spPr>
            <a:xfrm>
              <a:off x="7261173" y="3034442"/>
              <a:ext cx="20345" cy="20604"/>
            </a:xfrm>
            <a:custGeom>
              <a:avLst/>
              <a:gdLst/>
              <a:ahLst/>
              <a:cxnLst/>
              <a:rect l="l" t="t" r="r" b="b"/>
              <a:pathLst>
                <a:path w="1648" h="1669" extrusionOk="0">
                  <a:moveTo>
                    <a:pt x="824" y="1"/>
                  </a:moveTo>
                  <a:cubicBezTo>
                    <a:pt x="371" y="1"/>
                    <a:pt x="3" y="372"/>
                    <a:pt x="2" y="833"/>
                  </a:cubicBezTo>
                  <a:cubicBezTo>
                    <a:pt x="1" y="1293"/>
                    <a:pt x="367" y="1667"/>
                    <a:pt x="821" y="1669"/>
                  </a:cubicBezTo>
                  <a:cubicBezTo>
                    <a:pt x="822" y="1669"/>
                    <a:pt x="823" y="1669"/>
                    <a:pt x="824" y="1669"/>
                  </a:cubicBezTo>
                  <a:cubicBezTo>
                    <a:pt x="1275" y="1669"/>
                    <a:pt x="1644" y="1297"/>
                    <a:pt x="1646" y="838"/>
                  </a:cubicBezTo>
                  <a:cubicBezTo>
                    <a:pt x="1647" y="379"/>
                    <a:pt x="1281" y="4"/>
                    <a:pt x="827" y="1"/>
                  </a:cubicBezTo>
                  <a:cubicBezTo>
                    <a:pt x="826" y="1"/>
                    <a:pt x="825" y="1"/>
                    <a:pt x="8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p:cNvSpPr/>
            <p:nvPr/>
          </p:nvSpPr>
          <p:spPr>
            <a:xfrm>
              <a:off x="7243334" y="3008048"/>
              <a:ext cx="49898" cy="9901"/>
            </a:xfrm>
            <a:custGeom>
              <a:avLst/>
              <a:gdLst/>
              <a:ahLst/>
              <a:cxnLst/>
              <a:rect l="l" t="t" r="r" b="b"/>
              <a:pathLst>
                <a:path w="4042" h="802" extrusionOk="0">
                  <a:moveTo>
                    <a:pt x="2150" y="1"/>
                  </a:moveTo>
                  <a:cubicBezTo>
                    <a:pt x="1487" y="1"/>
                    <a:pt x="774" y="137"/>
                    <a:pt x="1" y="410"/>
                  </a:cubicBezTo>
                  <a:lnTo>
                    <a:pt x="137" y="796"/>
                  </a:lnTo>
                  <a:cubicBezTo>
                    <a:pt x="864" y="540"/>
                    <a:pt x="1531" y="411"/>
                    <a:pt x="2146" y="411"/>
                  </a:cubicBezTo>
                  <a:cubicBezTo>
                    <a:pt x="2766" y="411"/>
                    <a:pt x="3334" y="541"/>
                    <a:pt x="3859" y="802"/>
                  </a:cubicBezTo>
                  <a:lnTo>
                    <a:pt x="4042" y="434"/>
                  </a:lnTo>
                  <a:cubicBezTo>
                    <a:pt x="3458" y="145"/>
                    <a:pt x="2831" y="1"/>
                    <a:pt x="2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p:cNvSpPr/>
            <p:nvPr/>
          </p:nvSpPr>
          <p:spPr>
            <a:xfrm>
              <a:off x="7416152" y="3035195"/>
              <a:ext cx="20024" cy="20270"/>
            </a:xfrm>
            <a:custGeom>
              <a:avLst/>
              <a:gdLst/>
              <a:ahLst/>
              <a:cxnLst/>
              <a:rect l="l" t="t" r="r" b="b"/>
              <a:pathLst>
                <a:path w="1622" h="1642" extrusionOk="0">
                  <a:moveTo>
                    <a:pt x="812" y="1"/>
                  </a:moveTo>
                  <a:cubicBezTo>
                    <a:pt x="367" y="1"/>
                    <a:pt x="5" y="367"/>
                    <a:pt x="2" y="819"/>
                  </a:cubicBezTo>
                  <a:cubicBezTo>
                    <a:pt x="1" y="1271"/>
                    <a:pt x="361" y="1640"/>
                    <a:pt x="809" y="1642"/>
                  </a:cubicBezTo>
                  <a:cubicBezTo>
                    <a:pt x="809" y="1642"/>
                    <a:pt x="810" y="1642"/>
                    <a:pt x="811" y="1642"/>
                  </a:cubicBezTo>
                  <a:cubicBezTo>
                    <a:pt x="1257" y="1642"/>
                    <a:pt x="1619" y="1278"/>
                    <a:pt x="1620" y="824"/>
                  </a:cubicBezTo>
                  <a:cubicBezTo>
                    <a:pt x="1622" y="371"/>
                    <a:pt x="1261" y="4"/>
                    <a:pt x="814" y="1"/>
                  </a:cubicBezTo>
                  <a:cubicBezTo>
                    <a:pt x="813" y="1"/>
                    <a:pt x="813" y="1"/>
                    <a:pt x="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p:cNvSpPr/>
            <p:nvPr/>
          </p:nvSpPr>
          <p:spPr>
            <a:xfrm>
              <a:off x="7401005" y="3008641"/>
              <a:ext cx="49898" cy="9913"/>
            </a:xfrm>
            <a:custGeom>
              <a:avLst/>
              <a:gdLst/>
              <a:ahLst/>
              <a:cxnLst/>
              <a:rect l="l" t="t" r="r" b="b"/>
              <a:pathLst>
                <a:path w="4042" h="803" extrusionOk="0">
                  <a:moveTo>
                    <a:pt x="2148" y="0"/>
                  </a:moveTo>
                  <a:cubicBezTo>
                    <a:pt x="1486" y="0"/>
                    <a:pt x="773" y="137"/>
                    <a:pt x="0" y="410"/>
                  </a:cubicBezTo>
                  <a:lnTo>
                    <a:pt x="138" y="798"/>
                  </a:lnTo>
                  <a:cubicBezTo>
                    <a:pt x="865" y="541"/>
                    <a:pt x="1532" y="413"/>
                    <a:pt x="2148" y="413"/>
                  </a:cubicBezTo>
                  <a:cubicBezTo>
                    <a:pt x="2767" y="413"/>
                    <a:pt x="3334" y="542"/>
                    <a:pt x="3858" y="802"/>
                  </a:cubicBezTo>
                  <a:lnTo>
                    <a:pt x="4041" y="435"/>
                  </a:lnTo>
                  <a:cubicBezTo>
                    <a:pt x="3457" y="145"/>
                    <a:pt x="2829" y="0"/>
                    <a:pt x="21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p:cNvSpPr/>
            <p:nvPr/>
          </p:nvSpPr>
          <p:spPr>
            <a:xfrm>
              <a:off x="7308047" y="3098969"/>
              <a:ext cx="86625" cy="33455"/>
            </a:xfrm>
            <a:custGeom>
              <a:avLst/>
              <a:gdLst/>
              <a:ahLst/>
              <a:cxnLst/>
              <a:rect l="l" t="t" r="r" b="b"/>
              <a:pathLst>
                <a:path w="7017" h="2710" extrusionOk="0">
                  <a:moveTo>
                    <a:pt x="0" y="0"/>
                  </a:moveTo>
                  <a:lnTo>
                    <a:pt x="0" y="0"/>
                  </a:lnTo>
                  <a:cubicBezTo>
                    <a:pt x="513" y="1757"/>
                    <a:pt x="2036" y="2709"/>
                    <a:pt x="3560" y="2709"/>
                  </a:cubicBezTo>
                  <a:cubicBezTo>
                    <a:pt x="4989" y="2709"/>
                    <a:pt x="6419" y="1872"/>
                    <a:pt x="7016" y="77"/>
                  </a:cubicBezTo>
                  <a:lnTo>
                    <a:pt x="7016" y="77"/>
                  </a:lnTo>
                  <a:cubicBezTo>
                    <a:pt x="6031" y="317"/>
                    <a:pt x="4999" y="428"/>
                    <a:pt x="3927" y="428"/>
                  </a:cubicBezTo>
                  <a:cubicBezTo>
                    <a:pt x="2670" y="428"/>
                    <a:pt x="1357" y="275"/>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p:cNvSpPr/>
            <p:nvPr/>
          </p:nvSpPr>
          <p:spPr>
            <a:xfrm>
              <a:off x="7163907" y="2957508"/>
              <a:ext cx="153930" cy="153905"/>
            </a:xfrm>
            <a:custGeom>
              <a:avLst/>
              <a:gdLst/>
              <a:ahLst/>
              <a:cxnLst/>
              <a:rect l="l" t="t" r="r" b="b"/>
              <a:pathLst>
                <a:path w="12469" h="12467" extrusionOk="0">
                  <a:moveTo>
                    <a:pt x="6235" y="411"/>
                  </a:moveTo>
                  <a:cubicBezTo>
                    <a:pt x="9447" y="411"/>
                    <a:pt x="12058" y="3022"/>
                    <a:pt x="12058" y="6233"/>
                  </a:cubicBezTo>
                  <a:cubicBezTo>
                    <a:pt x="12058" y="9445"/>
                    <a:pt x="9445" y="12057"/>
                    <a:pt x="6235" y="12057"/>
                  </a:cubicBezTo>
                  <a:cubicBezTo>
                    <a:pt x="3024" y="12057"/>
                    <a:pt x="411" y="9445"/>
                    <a:pt x="411" y="6233"/>
                  </a:cubicBezTo>
                  <a:cubicBezTo>
                    <a:pt x="411" y="3022"/>
                    <a:pt x="3024" y="411"/>
                    <a:pt x="6235" y="411"/>
                  </a:cubicBezTo>
                  <a:close/>
                  <a:moveTo>
                    <a:pt x="6235" y="1"/>
                  </a:moveTo>
                  <a:cubicBezTo>
                    <a:pt x="2797" y="1"/>
                    <a:pt x="1" y="2797"/>
                    <a:pt x="1" y="6233"/>
                  </a:cubicBezTo>
                  <a:cubicBezTo>
                    <a:pt x="1" y="9671"/>
                    <a:pt x="2797" y="12467"/>
                    <a:pt x="6235" y="12467"/>
                  </a:cubicBezTo>
                  <a:cubicBezTo>
                    <a:pt x="9672" y="12467"/>
                    <a:pt x="12468" y="9671"/>
                    <a:pt x="12468" y="6233"/>
                  </a:cubicBezTo>
                  <a:cubicBezTo>
                    <a:pt x="12468" y="2797"/>
                    <a:pt x="9672" y="1"/>
                    <a:pt x="6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p:cNvSpPr/>
            <p:nvPr/>
          </p:nvSpPr>
          <p:spPr>
            <a:xfrm>
              <a:off x="7376870" y="2957508"/>
              <a:ext cx="153930" cy="153905"/>
            </a:xfrm>
            <a:custGeom>
              <a:avLst/>
              <a:gdLst/>
              <a:ahLst/>
              <a:cxnLst/>
              <a:rect l="l" t="t" r="r" b="b"/>
              <a:pathLst>
                <a:path w="12469" h="12467" extrusionOk="0">
                  <a:moveTo>
                    <a:pt x="6235" y="411"/>
                  </a:moveTo>
                  <a:cubicBezTo>
                    <a:pt x="9447" y="411"/>
                    <a:pt x="12058" y="3022"/>
                    <a:pt x="12058" y="6233"/>
                  </a:cubicBezTo>
                  <a:cubicBezTo>
                    <a:pt x="12058" y="9445"/>
                    <a:pt x="9445" y="12057"/>
                    <a:pt x="6235" y="12057"/>
                  </a:cubicBezTo>
                  <a:cubicBezTo>
                    <a:pt x="3024" y="12057"/>
                    <a:pt x="412" y="9445"/>
                    <a:pt x="412" y="6233"/>
                  </a:cubicBezTo>
                  <a:cubicBezTo>
                    <a:pt x="412" y="3022"/>
                    <a:pt x="3024" y="411"/>
                    <a:pt x="6235" y="411"/>
                  </a:cubicBezTo>
                  <a:close/>
                  <a:moveTo>
                    <a:pt x="6235" y="1"/>
                  </a:moveTo>
                  <a:cubicBezTo>
                    <a:pt x="2797" y="1"/>
                    <a:pt x="1" y="2797"/>
                    <a:pt x="1" y="6233"/>
                  </a:cubicBezTo>
                  <a:cubicBezTo>
                    <a:pt x="1" y="9671"/>
                    <a:pt x="2797" y="12467"/>
                    <a:pt x="6235" y="12467"/>
                  </a:cubicBezTo>
                  <a:cubicBezTo>
                    <a:pt x="9672" y="12467"/>
                    <a:pt x="12468" y="9671"/>
                    <a:pt x="12468" y="6233"/>
                  </a:cubicBezTo>
                  <a:cubicBezTo>
                    <a:pt x="12468" y="2797"/>
                    <a:pt x="9672" y="1"/>
                    <a:pt x="6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p:cNvSpPr/>
            <p:nvPr/>
          </p:nvSpPr>
          <p:spPr>
            <a:xfrm>
              <a:off x="7304985" y="2981334"/>
              <a:ext cx="84650" cy="20480"/>
            </a:xfrm>
            <a:custGeom>
              <a:avLst/>
              <a:gdLst/>
              <a:ahLst/>
              <a:cxnLst/>
              <a:rect l="l" t="t" r="r" b="b"/>
              <a:pathLst>
                <a:path w="6857" h="1659" extrusionOk="0">
                  <a:moveTo>
                    <a:pt x="3364" y="1"/>
                  </a:moveTo>
                  <a:cubicBezTo>
                    <a:pt x="3322" y="1"/>
                    <a:pt x="3280" y="1"/>
                    <a:pt x="3238" y="2"/>
                  </a:cubicBezTo>
                  <a:cubicBezTo>
                    <a:pt x="1955" y="34"/>
                    <a:pt x="805" y="519"/>
                    <a:pt x="0" y="1369"/>
                  </a:cubicBezTo>
                  <a:lnTo>
                    <a:pt x="298" y="1652"/>
                  </a:lnTo>
                  <a:cubicBezTo>
                    <a:pt x="1028" y="881"/>
                    <a:pt x="2075" y="441"/>
                    <a:pt x="3248" y="412"/>
                  </a:cubicBezTo>
                  <a:cubicBezTo>
                    <a:pt x="3275" y="412"/>
                    <a:pt x="3301" y="412"/>
                    <a:pt x="3328" y="412"/>
                  </a:cubicBezTo>
                  <a:cubicBezTo>
                    <a:pt x="4557" y="412"/>
                    <a:pt x="5737" y="854"/>
                    <a:pt x="6573" y="1659"/>
                  </a:cubicBezTo>
                  <a:lnTo>
                    <a:pt x="6857" y="1362"/>
                  </a:lnTo>
                  <a:cubicBezTo>
                    <a:pt x="5955" y="494"/>
                    <a:pt x="4686" y="1"/>
                    <a:pt x="33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p:cNvSpPr/>
            <p:nvPr/>
          </p:nvSpPr>
          <p:spPr>
            <a:xfrm>
              <a:off x="7326058" y="3139646"/>
              <a:ext cx="48886" cy="10271"/>
            </a:xfrm>
            <a:custGeom>
              <a:avLst/>
              <a:gdLst/>
              <a:ahLst/>
              <a:cxnLst/>
              <a:rect l="l" t="t" r="r" b="b"/>
              <a:pathLst>
                <a:path w="3960" h="832" extrusionOk="0">
                  <a:moveTo>
                    <a:pt x="169" y="1"/>
                  </a:moveTo>
                  <a:lnTo>
                    <a:pt x="1" y="374"/>
                  </a:lnTo>
                  <a:cubicBezTo>
                    <a:pt x="669" y="679"/>
                    <a:pt x="1326" y="831"/>
                    <a:pt x="1983" y="831"/>
                  </a:cubicBezTo>
                  <a:cubicBezTo>
                    <a:pt x="2641" y="831"/>
                    <a:pt x="3295" y="678"/>
                    <a:pt x="3959" y="374"/>
                  </a:cubicBezTo>
                  <a:lnTo>
                    <a:pt x="3787" y="1"/>
                  </a:lnTo>
                  <a:cubicBezTo>
                    <a:pt x="3181" y="279"/>
                    <a:pt x="2583" y="418"/>
                    <a:pt x="1983" y="418"/>
                  </a:cubicBezTo>
                  <a:cubicBezTo>
                    <a:pt x="1383" y="418"/>
                    <a:pt x="781" y="279"/>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p:cNvSpPr/>
            <p:nvPr/>
          </p:nvSpPr>
          <p:spPr>
            <a:xfrm>
              <a:off x="6214700" y="4093297"/>
              <a:ext cx="91637" cy="120796"/>
            </a:xfrm>
            <a:custGeom>
              <a:avLst/>
              <a:gdLst/>
              <a:ahLst/>
              <a:cxnLst/>
              <a:rect l="l" t="t" r="r" b="b"/>
              <a:pathLst>
                <a:path w="7423" h="9785" extrusionOk="0">
                  <a:moveTo>
                    <a:pt x="5029" y="0"/>
                  </a:moveTo>
                  <a:cubicBezTo>
                    <a:pt x="5029" y="0"/>
                    <a:pt x="3780" y="527"/>
                    <a:pt x="3044" y="2148"/>
                  </a:cubicBezTo>
                  <a:lnTo>
                    <a:pt x="412" y="7798"/>
                  </a:lnTo>
                  <a:cubicBezTo>
                    <a:pt x="1" y="8742"/>
                    <a:pt x="47" y="9144"/>
                    <a:pt x="371" y="9383"/>
                  </a:cubicBezTo>
                  <a:cubicBezTo>
                    <a:pt x="531" y="9502"/>
                    <a:pt x="1042" y="9785"/>
                    <a:pt x="1691" y="9785"/>
                  </a:cubicBezTo>
                  <a:cubicBezTo>
                    <a:pt x="2352" y="9785"/>
                    <a:pt x="3158" y="9491"/>
                    <a:pt x="3881" y="8433"/>
                  </a:cubicBezTo>
                  <a:lnTo>
                    <a:pt x="7014" y="3746"/>
                  </a:lnTo>
                  <a:cubicBezTo>
                    <a:pt x="7423" y="2961"/>
                    <a:pt x="5029" y="0"/>
                    <a:pt x="5029"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p:cNvSpPr/>
            <p:nvPr/>
          </p:nvSpPr>
          <p:spPr>
            <a:xfrm>
              <a:off x="6222563" y="4173602"/>
              <a:ext cx="20320" cy="33171"/>
            </a:xfrm>
            <a:custGeom>
              <a:avLst/>
              <a:gdLst/>
              <a:ahLst/>
              <a:cxnLst/>
              <a:rect l="l" t="t" r="r" b="b"/>
              <a:pathLst>
                <a:path w="1646" h="2687" extrusionOk="0">
                  <a:moveTo>
                    <a:pt x="665" y="0"/>
                  </a:moveTo>
                  <a:lnTo>
                    <a:pt x="418" y="329"/>
                  </a:lnTo>
                  <a:cubicBezTo>
                    <a:pt x="425" y="334"/>
                    <a:pt x="1068" y="877"/>
                    <a:pt x="1" y="2457"/>
                  </a:cubicBezTo>
                  <a:lnTo>
                    <a:pt x="340" y="2687"/>
                  </a:lnTo>
                  <a:cubicBezTo>
                    <a:pt x="1646" y="757"/>
                    <a:pt x="706" y="31"/>
                    <a:pt x="6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p:cNvSpPr/>
            <p:nvPr/>
          </p:nvSpPr>
          <p:spPr>
            <a:xfrm>
              <a:off x="6542558" y="2468757"/>
              <a:ext cx="122240" cy="96464"/>
            </a:xfrm>
            <a:custGeom>
              <a:avLst/>
              <a:gdLst/>
              <a:ahLst/>
              <a:cxnLst/>
              <a:rect l="l" t="t" r="r" b="b"/>
              <a:pathLst>
                <a:path w="9902" h="7814" extrusionOk="0">
                  <a:moveTo>
                    <a:pt x="1919" y="0"/>
                  </a:moveTo>
                  <a:cubicBezTo>
                    <a:pt x="1748" y="0"/>
                    <a:pt x="1615" y="62"/>
                    <a:pt x="1499" y="170"/>
                  </a:cubicBezTo>
                  <a:cubicBezTo>
                    <a:pt x="1205" y="445"/>
                    <a:pt x="0" y="2011"/>
                    <a:pt x="1810" y="3795"/>
                  </a:cubicBezTo>
                  <a:lnTo>
                    <a:pt x="5862" y="7712"/>
                  </a:lnTo>
                  <a:cubicBezTo>
                    <a:pt x="5953" y="7783"/>
                    <a:pt x="6087" y="7813"/>
                    <a:pt x="6253" y="7813"/>
                  </a:cubicBezTo>
                  <a:cubicBezTo>
                    <a:pt x="7370" y="7813"/>
                    <a:pt x="9902" y="6428"/>
                    <a:pt x="9902" y="6428"/>
                  </a:cubicBezTo>
                  <a:cubicBezTo>
                    <a:pt x="9902" y="6428"/>
                    <a:pt x="9607" y="5105"/>
                    <a:pt x="8143" y="4092"/>
                  </a:cubicBezTo>
                  <a:lnTo>
                    <a:pt x="3052" y="494"/>
                  </a:lnTo>
                  <a:cubicBezTo>
                    <a:pt x="2534" y="146"/>
                    <a:pt x="2182" y="0"/>
                    <a:pt x="1919"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p:cNvSpPr/>
            <p:nvPr/>
          </p:nvSpPr>
          <p:spPr>
            <a:xfrm>
              <a:off x="6562038" y="2475041"/>
              <a:ext cx="31924" cy="16271"/>
            </a:xfrm>
            <a:custGeom>
              <a:avLst/>
              <a:gdLst/>
              <a:ahLst/>
              <a:cxnLst/>
              <a:rect l="l" t="t" r="r" b="b"/>
              <a:pathLst>
                <a:path w="2586" h="1318" extrusionOk="0">
                  <a:moveTo>
                    <a:pt x="287" y="0"/>
                  </a:moveTo>
                  <a:lnTo>
                    <a:pt x="1" y="293"/>
                  </a:lnTo>
                  <a:cubicBezTo>
                    <a:pt x="835" y="1108"/>
                    <a:pt x="1472" y="1317"/>
                    <a:pt x="1906" y="1317"/>
                  </a:cubicBezTo>
                  <a:lnTo>
                    <a:pt x="1906" y="1317"/>
                  </a:lnTo>
                  <a:cubicBezTo>
                    <a:pt x="2339" y="1317"/>
                    <a:pt x="2567" y="1110"/>
                    <a:pt x="2585" y="1093"/>
                  </a:cubicBezTo>
                  <a:lnTo>
                    <a:pt x="2307" y="791"/>
                  </a:lnTo>
                  <a:cubicBezTo>
                    <a:pt x="2305" y="793"/>
                    <a:pt x="2173" y="902"/>
                    <a:pt x="1907" y="902"/>
                  </a:cubicBezTo>
                  <a:cubicBezTo>
                    <a:pt x="1577" y="902"/>
                    <a:pt x="1042" y="736"/>
                    <a:pt x="287" y="0"/>
                  </a:cubicBezTo>
                  <a:close/>
                  <a:moveTo>
                    <a:pt x="1906" y="1317"/>
                  </a:moveTo>
                  <a:cubicBezTo>
                    <a:pt x="1906" y="1317"/>
                    <a:pt x="1906" y="1317"/>
                    <a:pt x="1906" y="1317"/>
                  </a:cubicBezTo>
                  <a:lnTo>
                    <a:pt x="1907" y="1317"/>
                  </a:lnTo>
                  <a:cubicBezTo>
                    <a:pt x="1907" y="1317"/>
                    <a:pt x="1907" y="1317"/>
                    <a:pt x="1906" y="13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A50D7422-7524-38AC-DB6E-CC2782875E5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Lst>
          </a:blip>
          <a:stretch>
            <a:fillRect/>
          </a:stretch>
        </p:blipFill>
        <p:spPr>
          <a:xfrm>
            <a:off x="6711044" y="4784271"/>
            <a:ext cx="2359478" cy="3592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32"/>
          <p:cNvSpPr txBox="1">
            <a:spLocks noGrp="1"/>
          </p:cNvSpPr>
          <p:nvPr>
            <p:ph type="title"/>
          </p:nvPr>
        </p:nvSpPr>
        <p:spPr>
          <a:xfrm>
            <a:off x="720000" y="19193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t>INTRODUCTION</a:t>
            </a:r>
            <a:endParaRPr sz="3200" dirty="0"/>
          </a:p>
        </p:txBody>
      </p:sp>
      <p:sp>
        <p:nvSpPr>
          <p:cNvPr id="3" name="Subtitle 2">
            <a:extLst>
              <a:ext uri="{FF2B5EF4-FFF2-40B4-BE49-F238E27FC236}">
                <a16:creationId xmlns:a16="http://schemas.microsoft.com/office/drawing/2014/main" id="{B076FC0C-4F60-B7FE-7568-7AB8BC025789}"/>
              </a:ext>
            </a:extLst>
          </p:cNvPr>
          <p:cNvSpPr>
            <a:spLocks noGrp="1"/>
          </p:cNvSpPr>
          <p:nvPr>
            <p:ph type="subTitle" idx="1"/>
          </p:nvPr>
        </p:nvSpPr>
        <p:spPr>
          <a:xfrm>
            <a:off x="809808" y="973460"/>
            <a:ext cx="7704000" cy="3484239"/>
          </a:xfrm>
        </p:spPr>
        <p:txBody>
          <a:bodyPr/>
          <a:lstStyle/>
          <a:p>
            <a:r>
              <a:rPr lang="en-US" sz="1600" dirty="0"/>
              <a:t>      This dataset represents a comprehensive </a:t>
            </a:r>
            <a:r>
              <a:rPr lang="en-US" sz="1600" b="1" dirty="0"/>
              <a:t>Employee Management System</a:t>
            </a:r>
            <a:r>
              <a:rPr lang="en-US" sz="1600" dirty="0"/>
              <a:t> covering 60 employees across multiple departments. It includes detailed employee demographics, job roles, qualifications, and contact information. The dataset also captures </a:t>
            </a:r>
            <a:r>
              <a:rPr lang="en-US" sz="1600" b="1" dirty="0"/>
              <a:t>job structures</a:t>
            </a:r>
            <a:r>
              <a:rPr lang="en-US" sz="1600" dirty="0"/>
              <a:t>, </a:t>
            </a:r>
            <a:r>
              <a:rPr lang="en-US" sz="1600" b="1" dirty="0"/>
              <a:t>salary details</a:t>
            </a:r>
            <a:r>
              <a:rPr lang="en-US" sz="1600" dirty="0"/>
              <a:t>, </a:t>
            </a:r>
            <a:r>
              <a:rPr lang="en-US" sz="1600" b="1" dirty="0"/>
              <a:t>payroll records</a:t>
            </a:r>
            <a:r>
              <a:rPr lang="en-US" sz="1600" dirty="0"/>
              <a:t>, and </a:t>
            </a:r>
            <a:r>
              <a:rPr lang="en-US" sz="1600" b="1" dirty="0"/>
              <a:t>bonus information</a:t>
            </a:r>
            <a:r>
              <a:rPr lang="en-US" sz="1600" dirty="0"/>
              <a:t>, enabling complete compensation analysis. Additionally, it tracks </a:t>
            </a:r>
            <a:r>
              <a:rPr lang="en-US" sz="1600" b="1" dirty="0"/>
              <a:t>employee leave history</a:t>
            </a:r>
            <a:r>
              <a:rPr lang="en-US" sz="1600" dirty="0"/>
              <a:t> with reasons and dates for effective attendance monitoring. Overall, this dataset is suitable for </a:t>
            </a:r>
            <a:r>
              <a:rPr lang="en-US" sz="1600" b="1" dirty="0"/>
              <a:t>HR analytics, payroll processing, workforce planning, and organizational performance analysis</a:t>
            </a:r>
            <a:r>
              <a:rPr lang="en-US" sz="1600" dirty="0"/>
              <a:t>.</a:t>
            </a:r>
          </a:p>
        </p:txBody>
      </p:sp>
      <p:pic>
        <p:nvPicPr>
          <p:cNvPr id="5" name="Picture 4">
            <a:extLst>
              <a:ext uri="{FF2B5EF4-FFF2-40B4-BE49-F238E27FC236}">
                <a16:creationId xmlns:a16="http://schemas.microsoft.com/office/drawing/2014/main" id="{9347E90A-E232-5A4A-1727-CB3394C08D2D}"/>
              </a:ext>
            </a:extLst>
          </p:cNvPr>
          <p:cNvPicPr>
            <a:picLocks noChangeAspect="1"/>
          </p:cNvPicPr>
          <p:nvPr/>
        </p:nvPicPr>
        <p:blipFill>
          <a:blip r:embed="rId3"/>
          <a:stretch>
            <a:fillRect/>
          </a:stretch>
        </p:blipFill>
        <p:spPr>
          <a:xfrm>
            <a:off x="6941186" y="4768271"/>
            <a:ext cx="2202814" cy="3752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DCA0-D37D-C7D7-0D20-185F7B651238}"/>
              </a:ext>
            </a:extLst>
          </p:cNvPr>
          <p:cNvSpPr>
            <a:spLocks noGrp="1"/>
          </p:cNvSpPr>
          <p:nvPr>
            <p:ph type="title"/>
          </p:nvPr>
        </p:nvSpPr>
        <p:spPr>
          <a:xfrm>
            <a:off x="720000" y="208261"/>
            <a:ext cx="7704000" cy="572700"/>
          </a:xfrm>
        </p:spPr>
        <p:txBody>
          <a:bodyPr/>
          <a:lstStyle/>
          <a:p>
            <a:pPr algn="ctr"/>
            <a:r>
              <a:rPr lang="en-US" dirty="0"/>
              <a:t>OBJECTIVE OF THE PROJECT</a:t>
            </a:r>
          </a:p>
        </p:txBody>
      </p:sp>
      <p:sp>
        <p:nvSpPr>
          <p:cNvPr id="4" name="Rectangle 1">
            <a:extLst>
              <a:ext uri="{FF2B5EF4-FFF2-40B4-BE49-F238E27FC236}">
                <a16:creationId xmlns:a16="http://schemas.microsoft.com/office/drawing/2014/main" id="{18C3803F-61C0-F8B2-C2A5-7CC1C94A4547}"/>
              </a:ext>
            </a:extLst>
          </p:cNvPr>
          <p:cNvSpPr>
            <a:spLocks noGrp="1" noChangeArrowheads="1"/>
          </p:cNvSpPr>
          <p:nvPr>
            <p:ph type="subTitle" idx="1"/>
          </p:nvPr>
        </p:nvSpPr>
        <p:spPr bwMode="auto">
          <a:xfrm>
            <a:off x="654686" y="725090"/>
            <a:ext cx="718230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centralized employee management system using structured organizational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manage and analyze employee details, job roles, departments, and qualifications efficiently.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track payroll, salary structures, bonuses, and monthly payment records accurately.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monitor employee leave details and identify attendance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support HR and management with data-driven insights for better decision-making.</a:t>
            </a:r>
          </a:p>
        </p:txBody>
      </p:sp>
      <p:pic>
        <p:nvPicPr>
          <p:cNvPr id="6" name="Picture 5">
            <a:extLst>
              <a:ext uri="{FF2B5EF4-FFF2-40B4-BE49-F238E27FC236}">
                <a16:creationId xmlns:a16="http://schemas.microsoft.com/office/drawing/2014/main" id="{15409698-BC27-FB9C-0129-8C0C84FA3891}"/>
              </a:ext>
            </a:extLst>
          </p:cNvPr>
          <p:cNvPicPr>
            <a:picLocks noChangeAspect="1"/>
          </p:cNvPicPr>
          <p:nvPr/>
        </p:nvPicPr>
        <p:blipFill>
          <a:blip r:embed="rId2"/>
          <a:stretch>
            <a:fillRect/>
          </a:stretch>
        </p:blipFill>
        <p:spPr>
          <a:xfrm>
            <a:off x="6931479" y="4856222"/>
            <a:ext cx="2130880" cy="287278"/>
          </a:xfrm>
          <a:prstGeom prst="rect">
            <a:avLst/>
          </a:prstGeom>
        </p:spPr>
      </p:pic>
    </p:spTree>
    <p:extLst>
      <p:ext uri="{BB962C8B-B14F-4D97-AF65-F5344CB8AC3E}">
        <p14:creationId xmlns:p14="http://schemas.microsoft.com/office/powerpoint/2010/main" val="3471693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008B-7A6F-F785-3180-040FE3EB3265}"/>
              </a:ext>
            </a:extLst>
          </p:cNvPr>
          <p:cNvSpPr>
            <a:spLocks noGrp="1"/>
          </p:cNvSpPr>
          <p:nvPr>
            <p:ph type="title"/>
          </p:nvPr>
        </p:nvSpPr>
        <p:spPr>
          <a:xfrm>
            <a:off x="548550" y="0"/>
            <a:ext cx="7704000" cy="572700"/>
          </a:xfrm>
        </p:spPr>
        <p:txBody>
          <a:bodyPr/>
          <a:lstStyle/>
          <a:p>
            <a:pPr algn="ctr"/>
            <a:r>
              <a:rPr lang="en-US" dirty="0"/>
              <a:t>ER DIAGRAM</a:t>
            </a:r>
          </a:p>
        </p:txBody>
      </p:sp>
      <p:sp>
        <p:nvSpPr>
          <p:cNvPr id="3" name="Subtitle 2">
            <a:extLst>
              <a:ext uri="{FF2B5EF4-FFF2-40B4-BE49-F238E27FC236}">
                <a16:creationId xmlns:a16="http://schemas.microsoft.com/office/drawing/2014/main" id="{29FCE99A-66B0-6917-71FD-EADC8718B77C}"/>
              </a:ext>
            </a:extLst>
          </p:cNvPr>
          <p:cNvSpPr>
            <a:spLocks noGrp="1"/>
          </p:cNvSpPr>
          <p:nvPr>
            <p:ph type="subTitle" idx="1"/>
          </p:nvPr>
        </p:nvSpPr>
        <p:spPr>
          <a:xfrm>
            <a:off x="630193" y="599103"/>
            <a:ext cx="7704000" cy="4005553"/>
          </a:xfrm>
        </p:spPr>
        <p:txBody>
          <a:bodyPr/>
          <a:lstStyle/>
          <a:p>
            <a:endParaRPr lang="en-US" dirty="0"/>
          </a:p>
        </p:txBody>
      </p:sp>
      <p:pic>
        <p:nvPicPr>
          <p:cNvPr id="5" name="Picture 4">
            <a:extLst>
              <a:ext uri="{FF2B5EF4-FFF2-40B4-BE49-F238E27FC236}">
                <a16:creationId xmlns:a16="http://schemas.microsoft.com/office/drawing/2014/main" id="{85841FDC-08CC-B957-82F6-31A581909805}"/>
              </a:ext>
            </a:extLst>
          </p:cNvPr>
          <p:cNvPicPr>
            <a:picLocks noChangeAspect="1"/>
          </p:cNvPicPr>
          <p:nvPr/>
        </p:nvPicPr>
        <p:blipFill>
          <a:blip r:embed="rId2"/>
          <a:stretch>
            <a:fillRect/>
          </a:stretch>
        </p:blipFill>
        <p:spPr>
          <a:xfrm>
            <a:off x="630193" y="599103"/>
            <a:ext cx="7770857" cy="4095362"/>
          </a:xfrm>
          <a:prstGeom prst="rect">
            <a:avLst/>
          </a:prstGeom>
        </p:spPr>
      </p:pic>
      <p:pic>
        <p:nvPicPr>
          <p:cNvPr id="7" name="Picture 6">
            <a:extLst>
              <a:ext uri="{FF2B5EF4-FFF2-40B4-BE49-F238E27FC236}">
                <a16:creationId xmlns:a16="http://schemas.microsoft.com/office/drawing/2014/main" id="{5189CE93-9A49-279A-DBB9-6FA41D377AC3}"/>
              </a:ext>
            </a:extLst>
          </p:cNvPr>
          <p:cNvPicPr>
            <a:picLocks noChangeAspect="1"/>
          </p:cNvPicPr>
          <p:nvPr/>
        </p:nvPicPr>
        <p:blipFill>
          <a:blip r:embed="rId3"/>
          <a:stretch>
            <a:fillRect/>
          </a:stretch>
        </p:blipFill>
        <p:spPr>
          <a:xfrm>
            <a:off x="7053943" y="4676607"/>
            <a:ext cx="2090057" cy="466893"/>
          </a:xfrm>
          <a:prstGeom prst="rect">
            <a:avLst/>
          </a:prstGeom>
        </p:spPr>
      </p:pic>
    </p:spTree>
    <p:extLst>
      <p:ext uri="{BB962C8B-B14F-4D97-AF65-F5344CB8AC3E}">
        <p14:creationId xmlns:p14="http://schemas.microsoft.com/office/powerpoint/2010/main" val="1808530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9945-FB85-8C3D-0985-88C9A81725A7}"/>
              </a:ext>
            </a:extLst>
          </p:cNvPr>
          <p:cNvSpPr>
            <a:spLocks noGrp="1"/>
          </p:cNvSpPr>
          <p:nvPr>
            <p:ph type="title"/>
          </p:nvPr>
        </p:nvSpPr>
        <p:spPr>
          <a:xfrm>
            <a:off x="720000" y="151111"/>
            <a:ext cx="7704000" cy="572700"/>
          </a:xfrm>
        </p:spPr>
        <p:txBody>
          <a:bodyPr/>
          <a:lstStyle/>
          <a:p>
            <a:pPr algn="ctr"/>
            <a:r>
              <a:rPr lang="en-US" dirty="0"/>
              <a:t>ER DIAGRAM EXPLANATION</a:t>
            </a:r>
          </a:p>
        </p:txBody>
      </p:sp>
      <p:sp>
        <p:nvSpPr>
          <p:cNvPr id="3" name="Subtitle 2">
            <a:extLst>
              <a:ext uri="{FF2B5EF4-FFF2-40B4-BE49-F238E27FC236}">
                <a16:creationId xmlns:a16="http://schemas.microsoft.com/office/drawing/2014/main" id="{E1E39086-59B6-C274-FAF9-9225C66E19A6}"/>
              </a:ext>
            </a:extLst>
          </p:cNvPr>
          <p:cNvSpPr>
            <a:spLocks noGrp="1"/>
          </p:cNvSpPr>
          <p:nvPr>
            <p:ph type="subTitle" idx="1"/>
          </p:nvPr>
        </p:nvSpPr>
        <p:spPr>
          <a:xfrm>
            <a:off x="426086" y="592866"/>
            <a:ext cx="7704000" cy="3957768"/>
          </a:xfrm>
        </p:spPr>
        <p:txBody>
          <a:bodyPr/>
          <a:lstStyle/>
          <a:p>
            <a:r>
              <a:rPr lang="en-US" sz="1400" b="1" dirty="0">
                <a:solidFill>
                  <a:schemeClr val="bg1">
                    <a:lumMod val="10000"/>
                  </a:schemeClr>
                </a:solidFill>
              </a:rPr>
              <a:t>1. JobDepartment</a:t>
            </a:r>
          </a:p>
          <a:p>
            <a:pPr>
              <a:buFont typeface="Arial" panose="020B0604020202020204" pitchFamily="34" charset="0"/>
              <a:buChar char="•"/>
            </a:pPr>
            <a:r>
              <a:rPr lang="en-US" sz="1400" b="1" dirty="0">
                <a:solidFill>
                  <a:schemeClr val="bg1">
                    <a:lumMod val="10000"/>
                  </a:schemeClr>
                </a:solidFill>
              </a:rPr>
              <a:t>Relationship:</a:t>
            </a:r>
            <a:r>
              <a:rPr lang="en-US" sz="1400" dirty="0">
                <a:solidFill>
                  <a:schemeClr val="bg1">
                    <a:lumMod val="10000"/>
                  </a:schemeClr>
                </a:solidFill>
              </a:rPr>
              <a:t> Many-to-One</a:t>
            </a:r>
          </a:p>
          <a:p>
            <a:pPr>
              <a:buFont typeface="Arial" panose="020B0604020202020204" pitchFamily="34" charset="0"/>
              <a:buChar char="•"/>
            </a:pPr>
            <a:r>
              <a:rPr lang="en-US" sz="1400" dirty="0">
                <a:solidFill>
                  <a:schemeClr val="bg1">
                    <a:lumMod val="10000"/>
                  </a:schemeClr>
                </a:solidFill>
              </a:rPr>
              <a:t>Multiple employees can belong to the same job/department, but each employee is assigned to only one job.</a:t>
            </a:r>
          </a:p>
          <a:p>
            <a:pPr>
              <a:buFont typeface="Arial" panose="020B0604020202020204" pitchFamily="34" charset="0"/>
              <a:buChar char="•"/>
            </a:pPr>
            <a:r>
              <a:rPr lang="en-US" sz="1400" dirty="0">
                <a:solidFill>
                  <a:schemeClr val="bg1">
                    <a:lumMod val="10000"/>
                  </a:schemeClr>
                </a:solidFill>
              </a:rPr>
              <a:t>Linked using </a:t>
            </a:r>
            <a:r>
              <a:rPr lang="en-US" sz="1400" b="1" dirty="0">
                <a:solidFill>
                  <a:schemeClr val="bg1">
                    <a:lumMod val="10000"/>
                  </a:schemeClr>
                </a:solidFill>
              </a:rPr>
              <a:t>Job_ID</a:t>
            </a:r>
            <a:r>
              <a:rPr lang="en-US" sz="1400" dirty="0">
                <a:solidFill>
                  <a:schemeClr val="bg1">
                    <a:lumMod val="10000"/>
                  </a:schemeClr>
                </a:solidFill>
              </a:rPr>
              <a:t> as a foreign key in the Employee table.</a:t>
            </a:r>
          </a:p>
          <a:p>
            <a:endParaRPr lang="en-US" sz="1400" dirty="0">
              <a:solidFill>
                <a:schemeClr val="bg1">
                  <a:lumMod val="10000"/>
                </a:schemeClr>
              </a:solidFill>
            </a:endParaRPr>
          </a:p>
          <a:p>
            <a:r>
              <a:rPr lang="en-US" sz="1400" b="1" dirty="0">
                <a:solidFill>
                  <a:schemeClr val="bg1">
                    <a:lumMod val="10000"/>
                  </a:schemeClr>
                </a:solidFill>
              </a:rPr>
              <a:t>2. Payroll</a:t>
            </a:r>
          </a:p>
          <a:p>
            <a:pPr marL="438150" indent="-285750">
              <a:buFont typeface="Arial" panose="020B0604020202020204" pitchFamily="34" charset="0"/>
              <a:buChar char="•"/>
            </a:pPr>
            <a:r>
              <a:rPr lang="en-US" sz="1400" b="1" dirty="0">
                <a:solidFill>
                  <a:schemeClr val="bg1">
                    <a:lumMod val="10000"/>
                  </a:schemeClr>
                </a:solidFill>
              </a:rPr>
              <a:t>Relationship:</a:t>
            </a:r>
            <a:r>
              <a:rPr lang="en-US" sz="1400" dirty="0">
                <a:solidFill>
                  <a:schemeClr val="bg1">
                    <a:lumMod val="10000"/>
                  </a:schemeClr>
                </a:solidFill>
              </a:rPr>
              <a:t> One-to-Many</a:t>
            </a:r>
          </a:p>
          <a:p>
            <a:pPr marL="438150" indent="-285750">
              <a:buFont typeface="Arial" panose="020B0604020202020204" pitchFamily="34" charset="0"/>
              <a:buChar char="•"/>
            </a:pPr>
            <a:r>
              <a:rPr lang="en-US" sz="1400" dirty="0">
                <a:solidFill>
                  <a:schemeClr val="bg1">
                    <a:lumMod val="10000"/>
                  </a:schemeClr>
                </a:solidFill>
              </a:rPr>
              <a:t>An employee can have multiple payroll records (monthly payrolls), but each payroll record belongs to one employee.</a:t>
            </a:r>
          </a:p>
          <a:p>
            <a:pPr marL="438150" indent="-285750">
              <a:buFont typeface="Arial" panose="020B0604020202020204" pitchFamily="34" charset="0"/>
              <a:buChar char="•"/>
            </a:pPr>
            <a:r>
              <a:rPr lang="en-US" sz="1400" dirty="0">
                <a:solidFill>
                  <a:schemeClr val="bg1">
                    <a:lumMod val="10000"/>
                  </a:schemeClr>
                </a:solidFill>
              </a:rPr>
              <a:t>Linked using </a:t>
            </a:r>
            <a:r>
              <a:rPr lang="en-US" sz="1400" b="1" dirty="0">
                <a:solidFill>
                  <a:schemeClr val="bg1">
                    <a:lumMod val="10000"/>
                  </a:schemeClr>
                </a:solidFill>
              </a:rPr>
              <a:t>Emp_ID</a:t>
            </a:r>
            <a:r>
              <a:rPr lang="en-US" sz="1400" dirty="0">
                <a:solidFill>
                  <a:schemeClr val="bg1">
                    <a:lumMod val="10000"/>
                  </a:schemeClr>
                </a:solidFill>
              </a:rPr>
              <a:t> as a foreign key in the Payroll table.</a:t>
            </a:r>
          </a:p>
          <a:p>
            <a:endParaRPr lang="en-US" dirty="0"/>
          </a:p>
        </p:txBody>
      </p:sp>
      <p:sp>
        <p:nvSpPr>
          <p:cNvPr id="5" name="TextBox 4">
            <a:extLst>
              <a:ext uri="{FF2B5EF4-FFF2-40B4-BE49-F238E27FC236}">
                <a16:creationId xmlns:a16="http://schemas.microsoft.com/office/drawing/2014/main" id="{F2A262B1-F6AF-3D95-0C56-AF41F7DA61D9}"/>
              </a:ext>
            </a:extLst>
          </p:cNvPr>
          <p:cNvSpPr txBox="1"/>
          <p:nvPr/>
        </p:nvSpPr>
        <p:spPr>
          <a:xfrm>
            <a:off x="573043" y="3160648"/>
            <a:ext cx="7704000" cy="1169551"/>
          </a:xfrm>
          <a:prstGeom prst="rect">
            <a:avLst/>
          </a:prstGeom>
          <a:noFill/>
        </p:spPr>
        <p:txBody>
          <a:bodyPr wrap="square">
            <a:spAutoFit/>
          </a:bodyPr>
          <a:lstStyle/>
          <a:p>
            <a:pPr>
              <a:buNone/>
            </a:pPr>
            <a:r>
              <a:rPr lang="en-US" b="1" dirty="0"/>
              <a:t>3. Leave</a:t>
            </a:r>
          </a:p>
          <a:p>
            <a:pPr marL="285750" indent="-285750">
              <a:buFont typeface="Arial" panose="020B0604020202020204" pitchFamily="34" charset="0"/>
              <a:buChar char="•"/>
            </a:pPr>
            <a:r>
              <a:rPr lang="en-US" b="1" dirty="0"/>
              <a:t>Relationship:</a:t>
            </a:r>
            <a:r>
              <a:rPr lang="en-US" dirty="0"/>
              <a:t> One-to-Many</a:t>
            </a:r>
          </a:p>
          <a:p>
            <a:pPr marL="285750" indent="-285750">
              <a:buFont typeface="Arial" panose="020B0604020202020204" pitchFamily="34" charset="0"/>
              <a:buChar char="•"/>
            </a:pPr>
            <a:r>
              <a:rPr lang="en-US" dirty="0"/>
              <a:t>An employee can apply for multiple leaves, but each leave record is associated with a single employee.</a:t>
            </a:r>
          </a:p>
          <a:p>
            <a:pPr marL="285750" indent="-285750">
              <a:buFont typeface="Arial" panose="020B0604020202020204" pitchFamily="34" charset="0"/>
              <a:buChar char="•"/>
            </a:pPr>
            <a:r>
              <a:rPr lang="en-US" dirty="0"/>
              <a:t>Linked using </a:t>
            </a:r>
            <a:r>
              <a:rPr lang="en-US" b="1" dirty="0"/>
              <a:t>Emp_ID</a:t>
            </a:r>
            <a:r>
              <a:rPr lang="en-US" dirty="0"/>
              <a:t> as a foreign key in the Leave table.</a:t>
            </a:r>
          </a:p>
        </p:txBody>
      </p:sp>
      <p:pic>
        <p:nvPicPr>
          <p:cNvPr id="7" name="Picture 6">
            <a:extLst>
              <a:ext uri="{FF2B5EF4-FFF2-40B4-BE49-F238E27FC236}">
                <a16:creationId xmlns:a16="http://schemas.microsoft.com/office/drawing/2014/main" id="{8015EE10-5615-5CB3-597E-01C469D61702}"/>
              </a:ext>
            </a:extLst>
          </p:cNvPr>
          <p:cNvPicPr>
            <a:picLocks noChangeAspect="1"/>
          </p:cNvPicPr>
          <p:nvPr/>
        </p:nvPicPr>
        <p:blipFill>
          <a:blip r:embed="rId2"/>
          <a:stretch>
            <a:fillRect/>
          </a:stretch>
        </p:blipFill>
        <p:spPr>
          <a:xfrm>
            <a:off x="6800850" y="4709265"/>
            <a:ext cx="2343150" cy="434235"/>
          </a:xfrm>
          <a:prstGeom prst="rect">
            <a:avLst/>
          </a:prstGeom>
        </p:spPr>
      </p:pic>
    </p:spTree>
    <p:extLst>
      <p:ext uri="{BB962C8B-B14F-4D97-AF65-F5344CB8AC3E}">
        <p14:creationId xmlns:p14="http://schemas.microsoft.com/office/powerpoint/2010/main" val="866698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D17E9-322D-BECC-52AA-74E1E9841BA7}"/>
              </a:ext>
            </a:extLst>
          </p:cNvPr>
          <p:cNvSpPr>
            <a:spLocks noGrp="1"/>
          </p:cNvSpPr>
          <p:nvPr>
            <p:ph type="title"/>
          </p:nvPr>
        </p:nvSpPr>
        <p:spPr>
          <a:xfrm>
            <a:off x="630193" y="118453"/>
            <a:ext cx="7704000" cy="572700"/>
          </a:xfrm>
        </p:spPr>
        <p:txBody>
          <a:bodyPr/>
          <a:lstStyle/>
          <a:p>
            <a:pPr algn="ctr"/>
            <a:r>
              <a:rPr lang="en-US" dirty="0"/>
              <a:t>ER DIAGRAM EXPLANATION</a:t>
            </a:r>
          </a:p>
        </p:txBody>
      </p:sp>
      <p:sp>
        <p:nvSpPr>
          <p:cNvPr id="3" name="Subtitle 2">
            <a:extLst>
              <a:ext uri="{FF2B5EF4-FFF2-40B4-BE49-F238E27FC236}">
                <a16:creationId xmlns:a16="http://schemas.microsoft.com/office/drawing/2014/main" id="{8462B047-A9CD-5FE9-6680-101554B03CF7}"/>
              </a:ext>
            </a:extLst>
          </p:cNvPr>
          <p:cNvSpPr>
            <a:spLocks noGrp="1"/>
          </p:cNvSpPr>
          <p:nvPr>
            <p:ph type="subTitle" idx="1"/>
          </p:nvPr>
        </p:nvSpPr>
        <p:spPr>
          <a:xfrm>
            <a:off x="630193" y="691154"/>
            <a:ext cx="7704000" cy="2468426"/>
          </a:xfrm>
        </p:spPr>
        <p:txBody>
          <a:bodyPr/>
          <a:lstStyle/>
          <a:p>
            <a:r>
              <a:rPr lang="en-US" sz="1400" b="1" dirty="0"/>
              <a:t>4. Employee – Qualification</a:t>
            </a:r>
          </a:p>
          <a:p>
            <a:pPr marL="438150" indent="-285750">
              <a:buFont typeface="Arial" panose="020B0604020202020204" pitchFamily="34" charset="0"/>
              <a:buChar char="•"/>
            </a:pPr>
            <a:r>
              <a:rPr lang="en-US" sz="1400" b="1" dirty="0"/>
              <a:t>Relationship:</a:t>
            </a:r>
            <a:r>
              <a:rPr lang="en-US" sz="1400" dirty="0"/>
              <a:t> One-to-Many</a:t>
            </a:r>
          </a:p>
          <a:p>
            <a:pPr marL="438150" indent="-285750">
              <a:buFont typeface="Arial" panose="020B0604020202020204" pitchFamily="34" charset="0"/>
              <a:buChar char="•"/>
            </a:pPr>
            <a:r>
              <a:rPr lang="en-US" sz="1400" dirty="0"/>
              <a:t>An employee can have multiple qualifications recorded, but each qualification belongs to one employee.</a:t>
            </a:r>
          </a:p>
          <a:p>
            <a:pPr marL="438150" indent="-285750">
              <a:buFont typeface="Arial" panose="020B0604020202020204" pitchFamily="34" charset="0"/>
              <a:buChar char="•"/>
            </a:pPr>
            <a:r>
              <a:rPr lang="en-US" sz="1400" dirty="0"/>
              <a:t>Linked using </a:t>
            </a:r>
            <a:r>
              <a:rPr lang="en-US" sz="1400" b="1" dirty="0"/>
              <a:t>Emp_ID</a:t>
            </a:r>
            <a:r>
              <a:rPr lang="en-US" sz="1400" dirty="0"/>
              <a:t> as a foreign key in the Qualification table.</a:t>
            </a:r>
          </a:p>
          <a:p>
            <a:r>
              <a:rPr lang="en-US" sz="1400" b="1" dirty="0"/>
              <a:t>5. JobDepartment – SalaryBonus</a:t>
            </a:r>
          </a:p>
          <a:p>
            <a:pPr marL="438150" indent="-285750">
              <a:buFont typeface="Arial" panose="020B0604020202020204" pitchFamily="34" charset="0"/>
              <a:buChar char="•"/>
            </a:pPr>
            <a:r>
              <a:rPr lang="en-US" sz="1400" b="1" dirty="0"/>
              <a:t>Relationship:</a:t>
            </a:r>
            <a:r>
              <a:rPr lang="en-US" sz="1400" dirty="0"/>
              <a:t> One-to-One / One-to-Many (based on design)</a:t>
            </a:r>
          </a:p>
          <a:p>
            <a:pPr marL="438150" indent="-285750">
              <a:buFont typeface="Arial" panose="020B0604020202020204" pitchFamily="34" charset="0"/>
              <a:buChar char="•"/>
            </a:pPr>
            <a:r>
              <a:rPr lang="en-US" sz="1400" dirty="0"/>
              <a:t>Each job role has a defined salary structure, and a department can have multiple salary records if needed.</a:t>
            </a:r>
          </a:p>
          <a:p>
            <a:pPr marL="438150" indent="-285750">
              <a:buFont typeface="Arial" panose="020B0604020202020204" pitchFamily="34" charset="0"/>
              <a:buChar char="•"/>
            </a:pPr>
            <a:r>
              <a:rPr lang="en-US" sz="1400" dirty="0"/>
              <a:t>Linked using </a:t>
            </a:r>
            <a:r>
              <a:rPr lang="en-US" sz="1400" b="1" dirty="0"/>
              <a:t>Job_ID</a:t>
            </a:r>
            <a:r>
              <a:rPr lang="en-US" sz="1400" dirty="0"/>
              <a:t> as a foreign key in the SalaryBonus table.</a:t>
            </a:r>
          </a:p>
          <a:p>
            <a:r>
              <a:rPr lang="en-US" sz="1400" b="1" dirty="0"/>
              <a:t>6. Payroll – SalaryBonus</a:t>
            </a:r>
          </a:p>
          <a:p>
            <a:pPr>
              <a:buFont typeface="Arial" panose="020B0604020202020204" pitchFamily="34" charset="0"/>
              <a:buChar char="•"/>
            </a:pPr>
            <a:r>
              <a:rPr lang="en-US" sz="1400" b="1" dirty="0"/>
              <a:t>Relationship:</a:t>
            </a:r>
            <a:r>
              <a:rPr lang="en-US" sz="1400" dirty="0"/>
              <a:t> Many-to-One</a:t>
            </a:r>
          </a:p>
          <a:p>
            <a:pPr>
              <a:buFont typeface="Arial" panose="020B0604020202020204" pitchFamily="34" charset="0"/>
              <a:buChar char="•"/>
            </a:pPr>
            <a:r>
              <a:rPr lang="en-US" sz="1400" dirty="0"/>
              <a:t>Multiple payroll entries can reference the same salary structure for calculation.</a:t>
            </a:r>
          </a:p>
          <a:p>
            <a:pPr>
              <a:buFont typeface="Arial" panose="020B0604020202020204" pitchFamily="34" charset="0"/>
              <a:buChar char="•"/>
            </a:pPr>
            <a:r>
              <a:rPr lang="en-US" sz="1400" dirty="0"/>
              <a:t>Linked using </a:t>
            </a:r>
            <a:r>
              <a:rPr lang="en-US" sz="1400" b="1" dirty="0"/>
              <a:t>Salary_ID</a:t>
            </a:r>
            <a:r>
              <a:rPr lang="en-US" sz="1400" dirty="0"/>
              <a:t> as a foreign key in the Payroll table.</a:t>
            </a:r>
          </a:p>
          <a:p>
            <a:pPr marL="152400" indent="0"/>
            <a:r>
              <a:rPr lang="en-US" sz="1400" b="1" dirty="0"/>
              <a:t>7. Payroll – Leave</a:t>
            </a:r>
          </a:p>
          <a:p>
            <a:pPr>
              <a:buFont typeface="Arial" panose="020B0604020202020204" pitchFamily="34" charset="0"/>
              <a:buChar char="•"/>
            </a:pPr>
            <a:r>
              <a:rPr lang="en-US" sz="1400" b="1" dirty="0"/>
              <a:t>Relationship:</a:t>
            </a:r>
            <a:r>
              <a:rPr lang="en-US" sz="1400" dirty="0"/>
              <a:t> One-to-One / Optional</a:t>
            </a:r>
          </a:p>
          <a:p>
            <a:pPr>
              <a:buFont typeface="Arial" panose="020B0604020202020204" pitchFamily="34" charset="0"/>
              <a:buChar char="•"/>
            </a:pPr>
            <a:r>
              <a:rPr lang="en-US" sz="1400" dirty="0"/>
              <a:t>Payroll may consider leave details while calculating salary for a given period.</a:t>
            </a:r>
          </a:p>
          <a:p>
            <a:pPr>
              <a:buFont typeface="Arial" panose="020B0604020202020204" pitchFamily="34" charset="0"/>
              <a:buChar char="•"/>
            </a:pPr>
            <a:r>
              <a:rPr lang="en-US" sz="1400" dirty="0"/>
              <a:t>Linked using </a:t>
            </a:r>
            <a:r>
              <a:rPr lang="en-US" sz="1400" b="1" dirty="0"/>
              <a:t>Leave_ID</a:t>
            </a:r>
            <a:r>
              <a:rPr lang="en-US" sz="1400" dirty="0"/>
              <a:t> as a foreign key in the Payroll table.</a:t>
            </a:r>
          </a:p>
          <a:p>
            <a:endParaRPr lang="en-US" dirty="0"/>
          </a:p>
        </p:txBody>
      </p:sp>
      <p:pic>
        <p:nvPicPr>
          <p:cNvPr id="5" name="Picture 4">
            <a:extLst>
              <a:ext uri="{FF2B5EF4-FFF2-40B4-BE49-F238E27FC236}">
                <a16:creationId xmlns:a16="http://schemas.microsoft.com/office/drawing/2014/main" id="{4EB49622-BAF4-21AD-ED53-CC60D140221C}"/>
              </a:ext>
            </a:extLst>
          </p:cNvPr>
          <p:cNvPicPr>
            <a:picLocks noChangeAspect="1"/>
          </p:cNvPicPr>
          <p:nvPr/>
        </p:nvPicPr>
        <p:blipFill>
          <a:blip r:embed="rId2"/>
          <a:stretch>
            <a:fillRect/>
          </a:stretch>
        </p:blipFill>
        <p:spPr>
          <a:xfrm>
            <a:off x="7493271" y="4709265"/>
            <a:ext cx="1681843" cy="434235"/>
          </a:xfrm>
          <a:prstGeom prst="rect">
            <a:avLst/>
          </a:prstGeom>
        </p:spPr>
      </p:pic>
    </p:spTree>
    <p:extLst>
      <p:ext uri="{BB962C8B-B14F-4D97-AF65-F5344CB8AC3E}">
        <p14:creationId xmlns:p14="http://schemas.microsoft.com/office/powerpoint/2010/main" val="2532149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D2D7-42CF-74A0-CAB1-86B343BFC925}"/>
              </a:ext>
            </a:extLst>
          </p:cNvPr>
          <p:cNvSpPr>
            <a:spLocks noGrp="1"/>
          </p:cNvSpPr>
          <p:nvPr>
            <p:ph type="title"/>
          </p:nvPr>
        </p:nvSpPr>
        <p:spPr>
          <a:xfrm>
            <a:off x="720000" y="151111"/>
            <a:ext cx="7704000" cy="572700"/>
          </a:xfrm>
        </p:spPr>
        <p:txBody>
          <a:bodyPr/>
          <a:lstStyle/>
          <a:p>
            <a:pPr algn="ctr"/>
            <a:r>
              <a:rPr lang="en-US" dirty="0"/>
              <a:t>PROBLEM STATEMENT</a:t>
            </a:r>
          </a:p>
        </p:txBody>
      </p:sp>
      <p:sp>
        <p:nvSpPr>
          <p:cNvPr id="3" name="Subtitle 2">
            <a:extLst>
              <a:ext uri="{FF2B5EF4-FFF2-40B4-BE49-F238E27FC236}">
                <a16:creationId xmlns:a16="http://schemas.microsoft.com/office/drawing/2014/main" id="{B6AA1F9A-A1F8-8CBE-84D7-4431D64508BB}"/>
              </a:ext>
            </a:extLst>
          </p:cNvPr>
          <p:cNvSpPr>
            <a:spLocks noGrp="1"/>
          </p:cNvSpPr>
          <p:nvPr>
            <p:ph type="subTitle" idx="1"/>
          </p:nvPr>
        </p:nvSpPr>
        <p:spPr>
          <a:xfrm>
            <a:off x="720000" y="723810"/>
            <a:ext cx="7704000" cy="4019639"/>
          </a:xfrm>
        </p:spPr>
        <p:txBody>
          <a:bodyPr/>
          <a:lstStyle/>
          <a:p>
            <a:pPr>
              <a:buFont typeface="Arial" panose="020B0604020202020204" pitchFamily="34" charset="0"/>
              <a:buChar char="•"/>
            </a:pPr>
            <a:r>
              <a:rPr lang="en-US" sz="1600" dirty="0"/>
              <a:t>The objective of this project is to design and implement an </a:t>
            </a:r>
            <a:r>
              <a:rPr lang="en-US" sz="1600" b="1" dirty="0"/>
              <a:t>Employee Management System</a:t>
            </a:r>
            <a:r>
              <a:rPr lang="en-US" sz="1600" dirty="0"/>
              <a:t>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p>
          <a:p>
            <a:endParaRPr lang="en-US" sz="1600" dirty="0"/>
          </a:p>
          <a:p>
            <a:pPr>
              <a:buFont typeface="Arial" panose="020B0604020202020204" pitchFamily="34" charset="0"/>
              <a:buChar char="•"/>
            </a:pPr>
            <a:r>
              <a:rPr lang="en-US" sz="1600" dirty="0"/>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p>
          <a:p>
            <a:br>
              <a:rPr lang="en-US" sz="1600" dirty="0"/>
            </a:br>
            <a:endParaRPr lang="en-US" sz="1600" dirty="0"/>
          </a:p>
        </p:txBody>
      </p:sp>
      <p:pic>
        <p:nvPicPr>
          <p:cNvPr id="5" name="Picture 4">
            <a:extLst>
              <a:ext uri="{FF2B5EF4-FFF2-40B4-BE49-F238E27FC236}">
                <a16:creationId xmlns:a16="http://schemas.microsoft.com/office/drawing/2014/main" id="{EF921636-B223-42AC-4AD9-B8791786A2BD}"/>
              </a:ext>
            </a:extLst>
          </p:cNvPr>
          <p:cNvPicPr>
            <a:picLocks noChangeAspect="1"/>
          </p:cNvPicPr>
          <p:nvPr/>
        </p:nvPicPr>
        <p:blipFill>
          <a:blip r:embed="rId2"/>
          <a:stretch>
            <a:fillRect/>
          </a:stretch>
        </p:blipFill>
        <p:spPr>
          <a:xfrm>
            <a:off x="7462158" y="4743449"/>
            <a:ext cx="1681842" cy="352593"/>
          </a:xfrm>
          <a:prstGeom prst="rect">
            <a:avLst/>
          </a:prstGeom>
        </p:spPr>
      </p:pic>
    </p:spTree>
    <p:extLst>
      <p:ext uri="{BB962C8B-B14F-4D97-AF65-F5344CB8AC3E}">
        <p14:creationId xmlns:p14="http://schemas.microsoft.com/office/powerpoint/2010/main" val="143394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2AD70-70D3-D578-2582-17D128F05773}"/>
              </a:ext>
            </a:extLst>
          </p:cNvPr>
          <p:cNvSpPr>
            <a:spLocks noGrp="1"/>
          </p:cNvSpPr>
          <p:nvPr>
            <p:ph type="title"/>
          </p:nvPr>
        </p:nvSpPr>
        <p:spPr>
          <a:xfrm>
            <a:off x="622028" y="277586"/>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7B4C18F1-C27E-937D-02A5-8E96228D50A1}"/>
              </a:ext>
            </a:extLst>
          </p:cNvPr>
          <p:cNvSpPr>
            <a:spLocks noGrp="1"/>
          </p:cNvSpPr>
          <p:nvPr>
            <p:ph type="subTitle" idx="1"/>
          </p:nvPr>
        </p:nvSpPr>
        <p:spPr>
          <a:xfrm>
            <a:off x="360771" y="850286"/>
            <a:ext cx="7704000" cy="3615578"/>
          </a:xfrm>
        </p:spPr>
        <p:txBody>
          <a:bodyPr/>
          <a:lstStyle/>
          <a:p>
            <a:r>
              <a:rPr lang="en-US" sz="1400" b="1" dirty="0"/>
              <a:t>EMPLOYEE INSIGHTS</a:t>
            </a:r>
          </a:p>
          <a:p>
            <a:pPr fontAlgn="base"/>
            <a:r>
              <a:rPr lang="en-US" sz="1400" dirty="0"/>
              <a:t>1.How many unique employees are currently in the system?</a:t>
            </a:r>
          </a:p>
          <a:p>
            <a:endParaRPr lang="en-US" dirty="0"/>
          </a:p>
        </p:txBody>
      </p:sp>
      <p:pic>
        <p:nvPicPr>
          <p:cNvPr id="5" name="Picture 4">
            <a:extLst>
              <a:ext uri="{FF2B5EF4-FFF2-40B4-BE49-F238E27FC236}">
                <a16:creationId xmlns:a16="http://schemas.microsoft.com/office/drawing/2014/main" id="{4A5F5506-AA54-C591-8115-C1AD9942FA84}"/>
              </a:ext>
            </a:extLst>
          </p:cNvPr>
          <p:cNvPicPr>
            <a:picLocks noChangeAspect="1"/>
          </p:cNvPicPr>
          <p:nvPr/>
        </p:nvPicPr>
        <p:blipFill>
          <a:blip r:embed="rId2"/>
          <a:stretch>
            <a:fillRect/>
          </a:stretch>
        </p:blipFill>
        <p:spPr>
          <a:xfrm>
            <a:off x="622028" y="1422986"/>
            <a:ext cx="7421011" cy="2126283"/>
          </a:xfrm>
          <a:prstGeom prst="rect">
            <a:avLst/>
          </a:prstGeom>
        </p:spPr>
      </p:pic>
      <p:pic>
        <p:nvPicPr>
          <p:cNvPr id="7" name="Picture 6">
            <a:extLst>
              <a:ext uri="{FF2B5EF4-FFF2-40B4-BE49-F238E27FC236}">
                <a16:creationId xmlns:a16="http://schemas.microsoft.com/office/drawing/2014/main" id="{C012E206-EA9A-6B6E-F38E-0E5B7510737D}"/>
              </a:ext>
            </a:extLst>
          </p:cNvPr>
          <p:cNvPicPr>
            <a:picLocks noChangeAspect="1"/>
          </p:cNvPicPr>
          <p:nvPr/>
        </p:nvPicPr>
        <p:blipFill>
          <a:blip r:embed="rId3"/>
          <a:stretch>
            <a:fillRect/>
          </a:stretch>
        </p:blipFill>
        <p:spPr>
          <a:xfrm>
            <a:off x="7315200" y="4698879"/>
            <a:ext cx="1828800" cy="450564"/>
          </a:xfrm>
          <a:prstGeom prst="rect">
            <a:avLst/>
          </a:prstGeom>
        </p:spPr>
      </p:pic>
    </p:spTree>
    <p:extLst>
      <p:ext uri="{BB962C8B-B14F-4D97-AF65-F5344CB8AC3E}">
        <p14:creationId xmlns:p14="http://schemas.microsoft.com/office/powerpoint/2010/main" val="2702546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E7162-95B0-08ED-4556-4B66E0CE85E6}"/>
              </a:ext>
            </a:extLst>
          </p:cNvPr>
          <p:cNvSpPr>
            <a:spLocks noGrp="1"/>
          </p:cNvSpPr>
          <p:nvPr>
            <p:ph type="title"/>
          </p:nvPr>
        </p:nvSpPr>
        <p:spPr>
          <a:xfrm>
            <a:off x="720000" y="200096"/>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95274130-2F19-0E26-0ABA-13CBD34A65F9}"/>
              </a:ext>
            </a:extLst>
          </p:cNvPr>
          <p:cNvSpPr>
            <a:spLocks noGrp="1"/>
          </p:cNvSpPr>
          <p:nvPr>
            <p:ph type="subTitle" idx="1"/>
          </p:nvPr>
        </p:nvSpPr>
        <p:spPr>
          <a:xfrm>
            <a:off x="499565" y="859161"/>
            <a:ext cx="7704000" cy="369300"/>
          </a:xfrm>
        </p:spPr>
        <p:txBody>
          <a:bodyPr/>
          <a:lstStyle/>
          <a:p>
            <a:r>
              <a:rPr lang="en-US" sz="1400" dirty="0"/>
              <a:t>2.Which departments have the highest number of employees?</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460B71BB-CE46-06C8-F5B1-1FE6EA178567}"/>
              </a:ext>
            </a:extLst>
          </p:cNvPr>
          <p:cNvPicPr>
            <a:picLocks noChangeAspect="1"/>
          </p:cNvPicPr>
          <p:nvPr/>
        </p:nvPicPr>
        <p:blipFill>
          <a:blip r:embed="rId2"/>
          <a:stretch>
            <a:fillRect/>
          </a:stretch>
        </p:blipFill>
        <p:spPr>
          <a:xfrm>
            <a:off x="833777" y="1314826"/>
            <a:ext cx="5771131" cy="2816303"/>
          </a:xfrm>
          <a:prstGeom prst="rect">
            <a:avLst/>
          </a:prstGeom>
        </p:spPr>
      </p:pic>
      <p:pic>
        <p:nvPicPr>
          <p:cNvPr id="7" name="Picture 6">
            <a:extLst>
              <a:ext uri="{FF2B5EF4-FFF2-40B4-BE49-F238E27FC236}">
                <a16:creationId xmlns:a16="http://schemas.microsoft.com/office/drawing/2014/main" id="{3203E45E-A075-DFF1-9549-557B66BB9190}"/>
              </a:ext>
            </a:extLst>
          </p:cNvPr>
          <p:cNvPicPr>
            <a:picLocks noChangeAspect="1"/>
          </p:cNvPicPr>
          <p:nvPr/>
        </p:nvPicPr>
        <p:blipFill>
          <a:blip r:embed="rId3"/>
          <a:stretch>
            <a:fillRect/>
          </a:stretch>
        </p:blipFill>
        <p:spPr>
          <a:xfrm>
            <a:off x="7502979" y="4774200"/>
            <a:ext cx="1641021" cy="369300"/>
          </a:xfrm>
          <a:prstGeom prst="rect">
            <a:avLst/>
          </a:prstGeom>
        </p:spPr>
      </p:pic>
    </p:spTree>
    <p:extLst>
      <p:ext uri="{BB962C8B-B14F-4D97-AF65-F5344CB8AC3E}">
        <p14:creationId xmlns:p14="http://schemas.microsoft.com/office/powerpoint/2010/main" val="735773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8F48-83D1-FEAE-7ACA-C49C392C5F94}"/>
              </a:ext>
            </a:extLst>
          </p:cNvPr>
          <p:cNvSpPr>
            <a:spLocks noGrp="1"/>
          </p:cNvSpPr>
          <p:nvPr>
            <p:ph type="title"/>
          </p:nvPr>
        </p:nvSpPr>
        <p:spPr>
          <a:xfrm>
            <a:off x="720000" y="224590"/>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7037C537-9688-56F8-9569-A45A805A246D}"/>
              </a:ext>
            </a:extLst>
          </p:cNvPr>
          <p:cNvSpPr>
            <a:spLocks noGrp="1"/>
          </p:cNvSpPr>
          <p:nvPr>
            <p:ph type="subTitle" idx="1"/>
          </p:nvPr>
        </p:nvSpPr>
        <p:spPr>
          <a:xfrm>
            <a:off x="548550" y="797290"/>
            <a:ext cx="7704000" cy="369300"/>
          </a:xfrm>
        </p:spPr>
        <p:txBody>
          <a:bodyPr/>
          <a:lstStyle/>
          <a:p>
            <a:r>
              <a:rPr lang="en-US" sz="1400" dirty="0"/>
              <a:t>3.What is the average salary per department?</a:t>
            </a:r>
          </a:p>
        </p:txBody>
      </p:sp>
      <p:pic>
        <p:nvPicPr>
          <p:cNvPr id="5" name="Picture 4">
            <a:extLst>
              <a:ext uri="{FF2B5EF4-FFF2-40B4-BE49-F238E27FC236}">
                <a16:creationId xmlns:a16="http://schemas.microsoft.com/office/drawing/2014/main" id="{43FBA3A3-2E5E-0923-E4C0-2BC64F29DB42}"/>
              </a:ext>
            </a:extLst>
          </p:cNvPr>
          <p:cNvPicPr>
            <a:picLocks noChangeAspect="1"/>
          </p:cNvPicPr>
          <p:nvPr/>
        </p:nvPicPr>
        <p:blipFill>
          <a:blip r:embed="rId2"/>
          <a:stretch>
            <a:fillRect/>
          </a:stretch>
        </p:blipFill>
        <p:spPr>
          <a:xfrm>
            <a:off x="891450" y="1166590"/>
            <a:ext cx="6255716" cy="3469821"/>
          </a:xfrm>
          <a:prstGeom prst="rect">
            <a:avLst/>
          </a:prstGeom>
        </p:spPr>
      </p:pic>
      <p:pic>
        <p:nvPicPr>
          <p:cNvPr id="7" name="Picture 6">
            <a:extLst>
              <a:ext uri="{FF2B5EF4-FFF2-40B4-BE49-F238E27FC236}">
                <a16:creationId xmlns:a16="http://schemas.microsoft.com/office/drawing/2014/main" id="{902542B3-17A9-7DD1-AB68-6CD309FE388F}"/>
              </a:ext>
            </a:extLst>
          </p:cNvPr>
          <p:cNvPicPr>
            <a:picLocks noChangeAspect="1"/>
          </p:cNvPicPr>
          <p:nvPr/>
        </p:nvPicPr>
        <p:blipFill>
          <a:blip r:embed="rId3"/>
          <a:stretch>
            <a:fillRect/>
          </a:stretch>
        </p:blipFill>
        <p:spPr>
          <a:xfrm>
            <a:off x="7147166" y="4636411"/>
            <a:ext cx="1996834" cy="442400"/>
          </a:xfrm>
          <a:prstGeom prst="rect">
            <a:avLst/>
          </a:prstGeom>
        </p:spPr>
      </p:pic>
    </p:spTree>
    <p:extLst>
      <p:ext uri="{BB962C8B-B14F-4D97-AF65-F5344CB8AC3E}">
        <p14:creationId xmlns:p14="http://schemas.microsoft.com/office/powerpoint/2010/main" val="2963495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3B070-D5E9-3C40-6524-27726F600AFB}"/>
              </a:ext>
            </a:extLst>
          </p:cNvPr>
          <p:cNvSpPr>
            <a:spLocks noGrp="1"/>
          </p:cNvSpPr>
          <p:nvPr>
            <p:ph type="title"/>
          </p:nvPr>
        </p:nvSpPr>
        <p:spPr>
          <a:xfrm>
            <a:off x="720000" y="232753"/>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6FD306D4-1BD1-BAF9-4369-645BB50802BE}"/>
              </a:ext>
            </a:extLst>
          </p:cNvPr>
          <p:cNvSpPr>
            <a:spLocks noGrp="1"/>
          </p:cNvSpPr>
          <p:nvPr>
            <p:ph type="subTitle" idx="1"/>
          </p:nvPr>
        </p:nvSpPr>
        <p:spPr>
          <a:xfrm>
            <a:off x="442414" y="908146"/>
            <a:ext cx="7704000" cy="369300"/>
          </a:xfrm>
        </p:spPr>
        <p:txBody>
          <a:bodyPr/>
          <a:lstStyle/>
          <a:p>
            <a:r>
              <a:rPr lang="en-US" sz="1400" dirty="0"/>
              <a:t>4. Who are the top 5 highest-paid employees?</a:t>
            </a:r>
          </a:p>
        </p:txBody>
      </p:sp>
      <p:pic>
        <p:nvPicPr>
          <p:cNvPr id="5" name="Picture 4">
            <a:extLst>
              <a:ext uri="{FF2B5EF4-FFF2-40B4-BE49-F238E27FC236}">
                <a16:creationId xmlns:a16="http://schemas.microsoft.com/office/drawing/2014/main" id="{68FF5FEC-189D-65D7-6004-6342BA1CFF57}"/>
              </a:ext>
            </a:extLst>
          </p:cNvPr>
          <p:cNvPicPr>
            <a:picLocks noChangeAspect="1"/>
          </p:cNvPicPr>
          <p:nvPr/>
        </p:nvPicPr>
        <p:blipFill>
          <a:blip r:embed="rId2"/>
          <a:stretch>
            <a:fillRect/>
          </a:stretch>
        </p:blipFill>
        <p:spPr>
          <a:xfrm>
            <a:off x="599520" y="1277445"/>
            <a:ext cx="6789159" cy="3351705"/>
          </a:xfrm>
          <a:prstGeom prst="rect">
            <a:avLst/>
          </a:prstGeom>
        </p:spPr>
      </p:pic>
      <p:pic>
        <p:nvPicPr>
          <p:cNvPr id="7" name="Picture 6">
            <a:extLst>
              <a:ext uri="{FF2B5EF4-FFF2-40B4-BE49-F238E27FC236}">
                <a16:creationId xmlns:a16="http://schemas.microsoft.com/office/drawing/2014/main" id="{85EE161B-4554-C86A-6CE8-44005F5B95BA}"/>
              </a:ext>
            </a:extLst>
          </p:cNvPr>
          <p:cNvPicPr>
            <a:picLocks noChangeAspect="1"/>
          </p:cNvPicPr>
          <p:nvPr/>
        </p:nvPicPr>
        <p:blipFill>
          <a:blip r:embed="rId3"/>
          <a:stretch>
            <a:fillRect/>
          </a:stretch>
        </p:blipFill>
        <p:spPr>
          <a:xfrm>
            <a:off x="7323364" y="4774200"/>
            <a:ext cx="1820636" cy="369300"/>
          </a:xfrm>
          <a:prstGeom prst="rect">
            <a:avLst/>
          </a:prstGeom>
        </p:spPr>
      </p:pic>
    </p:spTree>
    <p:extLst>
      <p:ext uri="{BB962C8B-B14F-4D97-AF65-F5344CB8AC3E}">
        <p14:creationId xmlns:p14="http://schemas.microsoft.com/office/powerpoint/2010/main" val="1968313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D35F-7A2D-6957-2793-E46144B2ED84}"/>
              </a:ext>
            </a:extLst>
          </p:cNvPr>
          <p:cNvSpPr>
            <a:spLocks noGrp="1"/>
          </p:cNvSpPr>
          <p:nvPr>
            <p:ph type="title"/>
          </p:nvPr>
        </p:nvSpPr>
        <p:spPr>
          <a:xfrm>
            <a:off x="720000" y="216425"/>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3C2BF22B-1AF6-F92F-D173-9E94B0EE21A8}"/>
              </a:ext>
            </a:extLst>
          </p:cNvPr>
          <p:cNvSpPr>
            <a:spLocks noGrp="1"/>
          </p:cNvSpPr>
          <p:nvPr>
            <p:ph type="subTitle" idx="1"/>
          </p:nvPr>
        </p:nvSpPr>
        <p:spPr>
          <a:xfrm>
            <a:off x="720000" y="957132"/>
            <a:ext cx="7704000" cy="369300"/>
          </a:xfrm>
        </p:spPr>
        <p:txBody>
          <a:bodyPr/>
          <a:lstStyle/>
          <a:p>
            <a:r>
              <a:rPr lang="en-US" sz="1400" dirty="0"/>
              <a:t>5. What is the total salary expenditure across the company?</a:t>
            </a:r>
            <a:br>
              <a:rPr lang="en-US" sz="1400" dirty="0"/>
            </a:br>
            <a:endParaRPr lang="en-US" sz="1400" dirty="0"/>
          </a:p>
        </p:txBody>
      </p:sp>
      <p:pic>
        <p:nvPicPr>
          <p:cNvPr id="5" name="Picture 4">
            <a:extLst>
              <a:ext uri="{FF2B5EF4-FFF2-40B4-BE49-F238E27FC236}">
                <a16:creationId xmlns:a16="http://schemas.microsoft.com/office/drawing/2014/main" id="{C9A66D37-2330-B632-7C80-B3FB3B83D79D}"/>
              </a:ext>
            </a:extLst>
          </p:cNvPr>
          <p:cNvPicPr>
            <a:picLocks noChangeAspect="1"/>
          </p:cNvPicPr>
          <p:nvPr/>
        </p:nvPicPr>
        <p:blipFill>
          <a:blip r:embed="rId2"/>
          <a:stretch>
            <a:fillRect/>
          </a:stretch>
        </p:blipFill>
        <p:spPr>
          <a:xfrm>
            <a:off x="891435" y="1326432"/>
            <a:ext cx="6880964" cy="2324424"/>
          </a:xfrm>
          <a:prstGeom prst="rect">
            <a:avLst/>
          </a:prstGeom>
        </p:spPr>
      </p:pic>
      <p:pic>
        <p:nvPicPr>
          <p:cNvPr id="7" name="Picture 6">
            <a:extLst>
              <a:ext uri="{FF2B5EF4-FFF2-40B4-BE49-F238E27FC236}">
                <a16:creationId xmlns:a16="http://schemas.microsoft.com/office/drawing/2014/main" id="{312E05B4-1FBA-67E3-A92D-DBA9AD62FAEF}"/>
              </a:ext>
            </a:extLst>
          </p:cNvPr>
          <p:cNvPicPr>
            <a:picLocks noChangeAspect="1"/>
          </p:cNvPicPr>
          <p:nvPr/>
        </p:nvPicPr>
        <p:blipFill>
          <a:blip r:embed="rId3"/>
          <a:stretch>
            <a:fillRect/>
          </a:stretch>
        </p:blipFill>
        <p:spPr>
          <a:xfrm>
            <a:off x="7378971" y="4660279"/>
            <a:ext cx="1714500" cy="483221"/>
          </a:xfrm>
          <a:prstGeom prst="rect">
            <a:avLst/>
          </a:prstGeom>
        </p:spPr>
      </p:pic>
    </p:spTree>
    <p:extLst>
      <p:ext uri="{BB962C8B-B14F-4D97-AF65-F5344CB8AC3E}">
        <p14:creationId xmlns:p14="http://schemas.microsoft.com/office/powerpoint/2010/main" val="643269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7175-C270-BEE7-5BEC-6914A2DE41DE}"/>
              </a:ext>
            </a:extLst>
          </p:cNvPr>
          <p:cNvSpPr>
            <a:spLocks noGrp="1"/>
          </p:cNvSpPr>
          <p:nvPr>
            <p:ph type="title"/>
          </p:nvPr>
        </p:nvSpPr>
        <p:spPr>
          <a:xfrm>
            <a:off x="720000" y="175603"/>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1E3E1CB7-8569-18CF-D4B4-7DBE06F7B8F1}"/>
              </a:ext>
            </a:extLst>
          </p:cNvPr>
          <p:cNvSpPr>
            <a:spLocks noGrp="1"/>
          </p:cNvSpPr>
          <p:nvPr>
            <p:ph type="subTitle" idx="1"/>
          </p:nvPr>
        </p:nvSpPr>
        <p:spPr>
          <a:xfrm>
            <a:off x="556715" y="748303"/>
            <a:ext cx="7704000" cy="369300"/>
          </a:xfrm>
        </p:spPr>
        <p:txBody>
          <a:bodyPr/>
          <a:lstStyle/>
          <a:p>
            <a:r>
              <a:rPr lang="en-US" sz="1400" dirty="0"/>
              <a:t>6. How many different job roles exist in each department?</a:t>
            </a:r>
            <a:br>
              <a:rPr lang="en-US" sz="1400" dirty="0"/>
            </a:br>
            <a:endParaRPr lang="en-US" sz="1400" dirty="0"/>
          </a:p>
        </p:txBody>
      </p:sp>
      <p:pic>
        <p:nvPicPr>
          <p:cNvPr id="5" name="Picture 4">
            <a:extLst>
              <a:ext uri="{FF2B5EF4-FFF2-40B4-BE49-F238E27FC236}">
                <a16:creationId xmlns:a16="http://schemas.microsoft.com/office/drawing/2014/main" id="{F72526B0-770E-0219-5C0D-AB3252E91CAE}"/>
              </a:ext>
            </a:extLst>
          </p:cNvPr>
          <p:cNvPicPr>
            <a:picLocks noChangeAspect="1"/>
          </p:cNvPicPr>
          <p:nvPr/>
        </p:nvPicPr>
        <p:blipFill>
          <a:blip r:embed="rId2"/>
          <a:stretch>
            <a:fillRect/>
          </a:stretch>
        </p:blipFill>
        <p:spPr>
          <a:xfrm>
            <a:off x="883285" y="1117603"/>
            <a:ext cx="6348924" cy="3397954"/>
          </a:xfrm>
          <a:prstGeom prst="rect">
            <a:avLst/>
          </a:prstGeom>
        </p:spPr>
      </p:pic>
      <p:pic>
        <p:nvPicPr>
          <p:cNvPr id="7" name="Picture 6">
            <a:extLst>
              <a:ext uri="{FF2B5EF4-FFF2-40B4-BE49-F238E27FC236}">
                <a16:creationId xmlns:a16="http://schemas.microsoft.com/office/drawing/2014/main" id="{90328D6E-E0A9-6C3D-1871-D4697FE1A2C5}"/>
              </a:ext>
            </a:extLst>
          </p:cNvPr>
          <p:cNvPicPr>
            <a:picLocks noChangeAspect="1"/>
          </p:cNvPicPr>
          <p:nvPr/>
        </p:nvPicPr>
        <p:blipFill>
          <a:blip r:embed="rId3"/>
          <a:stretch>
            <a:fillRect/>
          </a:stretch>
        </p:blipFill>
        <p:spPr>
          <a:xfrm>
            <a:off x="7399383" y="4774200"/>
            <a:ext cx="1722664" cy="369300"/>
          </a:xfrm>
          <a:prstGeom prst="rect">
            <a:avLst/>
          </a:prstGeom>
        </p:spPr>
      </p:pic>
    </p:spTree>
    <p:extLst>
      <p:ext uri="{BB962C8B-B14F-4D97-AF65-F5344CB8AC3E}">
        <p14:creationId xmlns:p14="http://schemas.microsoft.com/office/powerpoint/2010/main" val="4282445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FC20-53D3-1CB0-A1C4-CD17CEB6EF87}"/>
              </a:ext>
            </a:extLst>
          </p:cNvPr>
          <p:cNvSpPr>
            <a:spLocks noGrp="1"/>
          </p:cNvSpPr>
          <p:nvPr>
            <p:ph type="title"/>
          </p:nvPr>
        </p:nvSpPr>
        <p:spPr>
          <a:xfrm>
            <a:off x="720000" y="134782"/>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C71CCABB-B4E6-CDE1-2390-75BB7AEDDCE0}"/>
              </a:ext>
            </a:extLst>
          </p:cNvPr>
          <p:cNvSpPr>
            <a:spLocks noGrp="1"/>
          </p:cNvSpPr>
          <p:nvPr>
            <p:ph type="subTitle" idx="1"/>
          </p:nvPr>
        </p:nvSpPr>
        <p:spPr>
          <a:xfrm>
            <a:off x="622029" y="777518"/>
            <a:ext cx="7704000" cy="369300"/>
          </a:xfrm>
        </p:spPr>
        <p:txBody>
          <a:bodyPr/>
          <a:lstStyle/>
          <a:p>
            <a:r>
              <a:rPr lang="en-US" sz="1400" dirty="0"/>
              <a:t>7. What is the average salary range per department?</a:t>
            </a:r>
            <a:br>
              <a:rPr lang="en-US" sz="1400" dirty="0"/>
            </a:br>
            <a:endParaRPr lang="en-US" sz="1400" dirty="0"/>
          </a:p>
        </p:txBody>
      </p:sp>
      <p:pic>
        <p:nvPicPr>
          <p:cNvPr id="5" name="Picture 4">
            <a:extLst>
              <a:ext uri="{FF2B5EF4-FFF2-40B4-BE49-F238E27FC236}">
                <a16:creationId xmlns:a16="http://schemas.microsoft.com/office/drawing/2014/main" id="{E6443FE8-015B-E622-5A74-F2E08809D54D}"/>
              </a:ext>
            </a:extLst>
          </p:cNvPr>
          <p:cNvPicPr>
            <a:picLocks noChangeAspect="1"/>
          </p:cNvPicPr>
          <p:nvPr/>
        </p:nvPicPr>
        <p:blipFill>
          <a:blip r:embed="rId2"/>
          <a:stretch>
            <a:fillRect/>
          </a:stretch>
        </p:blipFill>
        <p:spPr>
          <a:xfrm>
            <a:off x="979937" y="1117979"/>
            <a:ext cx="5935214" cy="3248003"/>
          </a:xfrm>
          <a:prstGeom prst="rect">
            <a:avLst/>
          </a:prstGeom>
        </p:spPr>
      </p:pic>
      <p:pic>
        <p:nvPicPr>
          <p:cNvPr id="7" name="Picture 6">
            <a:extLst>
              <a:ext uri="{FF2B5EF4-FFF2-40B4-BE49-F238E27FC236}">
                <a16:creationId xmlns:a16="http://schemas.microsoft.com/office/drawing/2014/main" id="{17933A5B-1196-0829-8673-C866603EB5BB}"/>
              </a:ext>
            </a:extLst>
          </p:cNvPr>
          <p:cNvPicPr>
            <a:picLocks noChangeAspect="1"/>
          </p:cNvPicPr>
          <p:nvPr/>
        </p:nvPicPr>
        <p:blipFill>
          <a:blip r:embed="rId3"/>
          <a:stretch>
            <a:fillRect/>
          </a:stretch>
        </p:blipFill>
        <p:spPr>
          <a:xfrm>
            <a:off x="6858000" y="4706443"/>
            <a:ext cx="2286000" cy="434235"/>
          </a:xfrm>
          <a:prstGeom prst="rect">
            <a:avLst/>
          </a:prstGeom>
        </p:spPr>
      </p:pic>
    </p:spTree>
    <p:extLst>
      <p:ext uri="{BB962C8B-B14F-4D97-AF65-F5344CB8AC3E}">
        <p14:creationId xmlns:p14="http://schemas.microsoft.com/office/powerpoint/2010/main" val="546728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11CF2-27C3-9DBA-FC93-FE6A780F9851}"/>
              </a:ext>
            </a:extLst>
          </p:cNvPr>
          <p:cNvSpPr>
            <a:spLocks noGrp="1"/>
          </p:cNvSpPr>
          <p:nvPr>
            <p:ph type="title"/>
          </p:nvPr>
        </p:nvSpPr>
        <p:spPr>
          <a:xfrm>
            <a:off x="720000" y="241625"/>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9FA95CE6-9613-E460-CA23-0D4066EFD494}"/>
              </a:ext>
            </a:extLst>
          </p:cNvPr>
          <p:cNvSpPr>
            <a:spLocks noGrp="1"/>
          </p:cNvSpPr>
          <p:nvPr>
            <p:ph type="subTitle" idx="1"/>
          </p:nvPr>
        </p:nvSpPr>
        <p:spPr>
          <a:xfrm>
            <a:off x="473715" y="916312"/>
            <a:ext cx="7704000" cy="369300"/>
          </a:xfrm>
        </p:spPr>
        <p:txBody>
          <a:bodyPr/>
          <a:lstStyle/>
          <a:p>
            <a:r>
              <a:rPr lang="en-US" sz="1400" dirty="0"/>
              <a:t>8. Which job roles offer the highest salary?</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839720AF-7813-C65A-2773-9DE3D774498A}"/>
              </a:ext>
            </a:extLst>
          </p:cNvPr>
          <p:cNvPicPr>
            <a:picLocks noChangeAspect="1"/>
          </p:cNvPicPr>
          <p:nvPr/>
        </p:nvPicPr>
        <p:blipFill>
          <a:blip r:embed="rId2"/>
          <a:stretch>
            <a:fillRect/>
          </a:stretch>
        </p:blipFill>
        <p:spPr>
          <a:xfrm>
            <a:off x="909134" y="1285612"/>
            <a:ext cx="6487709" cy="3441509"/>
          </a:xfrm>
          <a:prstGeom prst="rect">
            <a:avLst/>
          </a:prstGeom>
        </p:spPr>
      </p:pic>
      <p:pic>
        <p:nvPicPr>
          <p:cNvPr id="7" name="Picture 6">
            <a:extLst>
              <a:ext uri="{FF2B5EF4-FFF2-40B4-BE49-F238E27FC236}">
                <a16:creationId xmlns:a16="http://schemas.microsoft.com/office/drawing/2014/main" id="{506DC78E-074E-594B-F09E-E8E5E291182A}"/>
              </a:ext>
            </a:extLst>
          </p:cNvPr>
          <p:cNvPicPr>
            <a:picLocks noChangeAspect="1"/>
          </p:cNvPicPr>
          <p:nvPr/>
        </p:nvPicPr>
        <p:blipFill>
          <a:blip r:embed="rId3"/>
          <a:stretch>
            <a:fillRect/>
          </a:stretch>
        </p:blipFill>
        <p:spPr>
          <a:xfrm>
            <a:off x="7396843" y="4727121"/>
            <a:ext cx="1747157" cy="369300"/>
          </a:xfrm>
          <a:prstGeom prst="rect">
            <a:avLst/>
          </a:prstGeom>
        </p:spPr>
      </p:pic>
    </p:spTree>
    <p:extLst>
      <p:ext uri="{BB962C8B-B14F-4D97-AF65-F5344CB8AC3E}">
        <p14:creationId xmlns:p14="http://schemas.microsoft.com/office/powerpoint/2010/main" val="3372274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E76CF-3EA7-29F4-0D22-B2D80711324B}"/>
              </a:ext>
            </a:extLst>
          </p:cNvPr>
          <p:cNvSpPr>
            <a:spLocks noGrp="1"/>
          </p:cNvSpPr>
          <p:nvPr>
            <p:ph type="title"/>
          </p:nvPr>
        </p:nvSpPr>
        <p:spPr>
          <a:xfrm>
            <a:off x="720000" y="100818"/>
            <a:ext cx="7704000" cy="572700"/>
          </a:xfrm>
        </p:spPr>
        <p:txBody>
          <a:bodyPr/>
          <a:lstStyle/>
          <a:p>
            <a:pPr algn="ctr"/>
            <a:r>
              <a:rPr lang="en-US" dirty="0"/>
              <a:t>QUERIES</a:t>
            </a:r>
            <a:endParaRPr lang="en-US" b="0" dirty="0"/>
          </a:p>
        </p:txBody>
      </p:sp>
      <p:sp>
        <p:nvSpPr>
          <p:cNvPr id="3" name="Subtitle 2">
            <a:extLst>
              <a:ext uri="{FF2B5EF4-FFF2-40B4-BE49-F238E27FC236}">
                <a16:creationId xmlns:a16="http://schemas.microsoft.com/office/drawing/2014/main" id="{DC8E5BE9-687E-D2A7-35CF-1D28A4F616D0}"/>
              </a:ext>
            </a:extLst>
          </p:cNvPr>
          <p:cNvSpPr>
            <a:spLocks noGrp="1"/>
          </p:cNvSpPr>
          <p:nvPr>
            <p:ph type="subTitle" idx="1"/>
          </p:nvPr>
        </p:nvSpPr>
        <p:spPr>
          <a:xfrm>
            <a:off x="360771" y="834668"/>
            <a:ext cx="7704000" cy="369300"/>
          </a:xfrm>
        </p:spPr>
        <p:txBody>
          <a:bodyPr/>
          <a:lstStyle/>
          <a:p>
            <a:r>
              <a:rPr lang="en-US" sz="1400" dirty="0"/>
              <a:t>9. Which departments have the highest total salary allocation?</a:t>
            </a:r>
          </a:p>
          <a:p>
            <a:endParaRPr lang="en-US" dirty="0"/>
          </a:p>
        </p:txBody>
      </p:sp>
      <p:pic>
        <p:nvPicPr>
          <p:cNvPr id="5" name="Picture 4">
            <a:extLst>
              <a:ext uri="{FF2B5EF4-FFF2-40B4-BE49-F238E27FC236}">
                <a16:creationId xmlns:a16="http://schemas.microsoft.com/office/drawing/2014/main" id="{29B4A436-54B4-09AB-9E53-17839917E354}"/>
              </a:ext>
            </a:extLst>
          </p:cNvPr>
          <p:cNvPicPr>
            <a:picLocks noChangeAspect="1"/>
          </p:cNvPicPr>
          <p:nvPr/>
        </p:nvPicPr>
        <p:blipFill>
          <a:blip r:embed="rId2"/>
          <a:stretch>
            <a:fillRect/>
          </a:stretch>
        </p:blipFill>
        <p:spPr>
          <a:xfrm>
            <a:off x="644979" y="1203968"/>
            <a:ext cx="6800850" cy="3343539"/>
          </a:xfrm>
          <a:prstGeom prst="rect">
            <a:avLst/>
          </a:prstGeom>
        </p:spPr>
      </p:pic>
      <p:pic>
        <p:nvPicPr>
          <p:cNvPr id="7" name="Picture 6">
            <a:extLst>
              <a:ext uri="{FF2B5EF4-FFF2-40B4-BE49-F238E27FC236}">
                <a16:creationId xmlns:a16="http://schemas.microsoft.com/office/drawing/2014/main" id="{868B1E65-B848-B089-F2AA-56D2100A29F4}"/>
              </a:ext>
            </a:extLst>
          </p:cNvPr>
          <p:cNvPicPr>
            <a:picLocks noChangeAspect="1"/>
          </p:cNvPicPr>
          <p:nvPr/>
        </p:nvPicPr>
        <p:blipFill>
          <a:blip r:embed="rId3"/>
          <a:stretch>
            <a:fillRect/>
          </a:stretch>
        </p:blipFill>
        <p:spPr>
          <a:xfrm>
            <a:off x="7445829" y="4673382"/>
            <a:ext cx="1698171" cy="369300"/>
          </a:xfrm>
          <a:prstGeom prst="rect">
            <a:avLst/>
          </a:prstGeom>
        </p:spPr>
      </p:pic>
    </p:spTree>
    <p:extLst>
      <p:ext uri="{BB962C8B-B14F-4D97-AF65-F5344CB8AC3E}">
        <p14:creationId xmlns:p14="http://schemas.microsoft.com/office/powerpoint/2010/main" val="2615984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3A240-EE81-FA02-D4C8-2521EC399E59}"/>
              </a:ext>
            </a:extLst>
          </p:cNvPr>
          <p:cNvSpPr>
            <a:spLocks noGrp="1"/>
          </p:cNvSpPr>
          <p:nvPr>
            <p:ph type="title"/>
          </p:nvPr>
        </p:nvSpPr>
        <p:spPr>
          <a:xfrm>
            <a:off x="720000" y="0"/>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EFB43522-3130-D97C-2EB9-A67B03764C44}"/>
              </a:ext>
            </a:extLst>
          </p:cNvPr>
          <p:cNvSpPr>
            <a:spLocks noGrp="1"/>
          </p:cNvSpPr>
          <p:nvPr>
            <p:ph type="subTitle" idx="1"/>
          </p:nvPr>
        </p:nvSpPr>
        <p:spPr>
          <a:xfrm>
            <a:off x="352607" y="630561"/>
            <a:ext cx="7704000" cy="369300"/>
          </a:xfrm>
        </p:spPr>
        <p:txBody>
          <a:bodyPr/>
          <a:lstStyle/>
          <a:p>
            <a:r>
              <a:rPr lang="en-US" sz="1400" dirty="0"/>
              <a:t>10. How many employees have at least one qualification listed?</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BCDDC175-F530-021C-12A5-E85044281435}"/>
              </a:ext>
            </a:extLst>
          </p:cNvPr>
          <p:cNvPicPr>
            <a:picLocks noChangeAspect="1"/>
          </p:cNvPicPr>
          <p:nvPr/>
        </p:nvPicPr>
        <p:blipFill>
          <a:blip r:embed="rId2"/>
          <a:stretch>
            <a:fillRect/>
          </a:stretch>
        </p:blipFill>
        <p:spPr>
          <a:xfrm>
            <a:off x="720000" y="1057722"/>
            <a:ext cx="7440063" cy="2543530"/>
          </a:xfrm>
          <a:prstGeom prst="rect">
            <a:avLst/>
          </a:prstGeom>
        </p:spPr>
      </p:pic>
      <p:pic>
        <p:nvPicPr>
          <p:cNvPr id="7" name="Picture 6">
            <a:extLst>
              <a:ext uri="{FF2B5EF4-FFF2-40B4-BE49-F238E27FC236}">
                <a16:creationId xmlns:a16="http://schemas.microsoft.com/office/drawing/2014/main" id="{3EE45E36-44C5-86CB-C98E-0DC5E0DE6C6C}"/>
              </a:ext>
            </a:extLst>
          </p:cNvPr>
          <p:cNvPicPr>
            <a:picLocks noChangeAspect="1"/>
          </p:cNvPicPr>
          <p:nvPr/>
        </p:nvPicPr>
        <p:blipFill>
          <a:blip r:embed="rId3"/>
          <a:stretch>
            <a:fillRect/>
          </a:stretch>
        </p:blipFill>
        <p:spPr>
          <a:xfrm>
            <a:off x="7742282" y="4751614"/>
            <a:ext cx="1363436" cy="303607"/>
          </a:xfrm>
          <a:prstGeom prst="rect">
            <a:avLst/>
          </a:prstGeom>
        </p:spPr>
      </p:pic>
    </p:spTree>
    <p:extLst>
      <p:ext uri="{BB962C8B-B14F-4D97-AF65-F5344CB8AC3E}">
        <p14:creationId xmlns:p14="http://schemas.microsoft.com/office/powerpoint/2010/main" val="1874883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D5B99-5AF1-2CFF-7752-742B78C15B9C}"/>
              </a:ext>
            </a:extLst>
          </p:cNvPr>
          <p:cNvSpPr>
            <a:spLocks noGrp="1"/>
          </p:cNvSpPr>
          <p:nvPr>
            <p:ph type="title"/>
          </p:nvPr>
        </p:nvSpPr>
        <p:spPr>
          <a:xfrm>
            <a:off x="720000" y="159275"/>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3C521EE7-547D-179F-C3A2-5BB626D19EF4}"/>
              </a:ext>
            </a:extLst>
          </p:cNvPr>
          <p:cNvSpPr>
            <a:spLocks noGrp="1"/>
          </p:cNvSpPr>
          <p:nvPr>
            <p:ph type="subTitle" idx="1"/>
          </p:nvPr>
        </p:nvSpPr>
        <p:spPr>
          <a:xfrm>
            <a:off x="581207" y="826504"/>
            <a:ext cx="7704000" cy="369300"/>
          </a:xfrm>
        </p:spPr>
        <p:txBody>
          <a:bodyPr/>
          <a:lstStyle/>
          <a:p>
            <a:r>
              <a:rPr lang="en-US" sz="1400" dirty="0"/>
              <a:t>11. Which positions require the most qualifications?</a:t>
            </a:r>
            <a:br>
              <a:rPr lang="en-US" sz="1400" dirty="0"/>
            </a:br>
            <a:endParaRPr lang="en-US" sz="1400" dirty="0"/>
          </a:p>
        </p:txBody>
      </p:sp>
      <p:pic>
        <p:nvPicPr>
          <p:cNvPr id="5" name="Picture 4">
            <a:extLst>
              <a:ext uri="{FF2B5EF4-FFF2-40B4-BE49-F238E27FC236}">
                <a16:creationId xmlns:a16="http://schemas.microsoft.com/office/drawing/2014/main" id="{4AEDDA7B-DDD2-5FAD-45E6-65D0CF8E1D50}"/>
              </a:ext>
            </a:extLst>
          </p:cNvPr>
          <p:cNvPicPr>
            <a:picLocks noChangeAspect="1"/>
          </p:cNvPicPr>
          <p:nvPr/>
        </p:nvPicPr>
        <p:blipFill>
          <a:blip r:embed="rId2"/>
          <a:stretch>
            <a:fillRect/>
          </a:stretch>
        </p:blipFill>
        <p:spPr>
          <a:xfrm>
            <a:off x="870360" y="1195804"/>
            <a:ext cx="7125694" cy="3363311"/>
          </a:xfrm>
          <a:prstGeom prst="rect">
            <a:avLst/>
          </a:prstGeom>
        </p:spPr>
      </p:pic>
      <p:pic>
        <p:nvPicPr>
          <p:cNvPr id="7" name="Picture 6">
            <a:extLst>
              <a:ext uri="{FF2B5EF4-FFF2-40B4-BE49-F238E27FC236}">
                <a16:creationId xmlns:a16="http://schemas.microsoft.com/office/drawing/2014/main" id="{241197FC-E526-E9AA-A17A-6D265D4EF3B3}"/>
              </a:ext>
            </a:extLst>
          </p:cNvPr>
          <p:cNvPicPr>
            <a:picLocks noChangeAspect="1"/>
          </p:cNvPicPr>
          <p:nvPr/>
        </p:nvPicPr>
        <p:blipFill>
          <a:blip r:embed="rId3"/>
          <a:stretch>
            <a:fillRect/>
          </a:stretch>
        </p:blipFill>
        <p:spPr>
          <a:xfrm>
            <a:off x="7407546" y="4743765"/>
            <a:ext cx="1755321" cy="369300"/>
          </a:xfrm>
          <a:prstGeom prst="rect">
            <a:avLst/>
          </a:prstGeom>
        </p:spPr>
      </p:pic>
    </p:spTree>
    <p:extLst>
      <p:ext uri="{BB962C8B-B14F-4D97-AF65-F5344CB8AC3E}">
        <p14:creationId xmlns:p14="http://schemas.microsoft.com/office/powerpoint/2010/main" val="1175284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49CD-4762-BAE9-5505-2CBECF59F158}"/>
              </a:ext>
            </a:extLst>
          </p:cNvPr>
          <p:cNvSpPr>
            <a:spLocks noGrp="1"/>
          </p:cNvSpPr>
          <p:nvPr>
            <p:ph type="title"/>
          </p:nvPr>
        </p:nvSpPr>
        <p:spPr>
          <a:xfrm>
            <a:off x="720000" y="200096"/>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91E1208A-E1B5-457A-8483-A5E60DC27301}"/>
              </a:ext>
            </a:extLst>
          </p:cNvPr>
          <p:cNvSpPr>
            <a:spLocks noGrp="1"/>
          </p:cNvSpPr>
          <p:nvPr>
            <p:ph type="subTitle" idx="1"/>
          </p:nvPr>
        </p:nvSpPr>
        <p:spPr>
          <a:xfrm>
            <a:off x="385264" y="772796"/>
            <a:ext cx="7704000" cy="369300"/>
          </a:xfrm>
        </p:spPr>
        <p:txBody>
          <a:bodyPr/>
          <a:lstStyle/>
          <a:p>
            <a:r>
              <a:rPr lang="en-US" sz="1400" dirty="0"/>
              <a:t>12. Which employees have the highest number of qualifications?</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626ED7E7-A4BC-DBED-B9BC-EAADD731419D}"/>
              </a:ext>
            </a:extLst>
          </p:cNvPr>
          <p:cNvPicPr>
            <a:picLocks noChangeAspect="1"/>
          </p:cNvPicPr>
          <p:nvPr/>
        </p:nvPicPr>
        <p:blipFill>
          <a:blip r:embed="rId2"/>
          <a:stretch>
            <a:fillRect/>
          </a:stretch>
        </p:blipFill>
        <p:spPr>
          <a:xfrm>
            <a:off x="720000" y="1142096"/>
            <a:ext cx="6481583" cy="3462561"/>
          </a:xfrm>
          <a:prstGeom prst="rect">
            <a:avLst/>
          </a:prstGeom>
        </p:spPr>
      </p:pic>
      <p:pic>
        <p:nvPicPr>
          <p:cNvPr id="7" name="Picture 6">
            <a:extLst>
              <a:ext uri="{FF2B5EF4-FFF2-40B4-BE49-F238E27FC236}">
                <a16:creationId xmlns:a16="http://schemas.microsoft.com/office/drawing/2014/main" id="{07D0F457-BB6C-DAC4-7EC4-CE19177C1F1C}"/>
              </a:ext>
            </a:extLst>
          </p:cNvPr>
          <p:cNvPicPr>
            <a:picLocks noChangeAspect="1"/>
          </p:cNvPicPr>
          <p:nvPr/>
        </p:nvPicPr>
        <p:blipFill>
          <a:blip r:embed="rId3"/>
          <a:stretch>
            <a:fillRect/>
          </a:stretch>
        </p:blipFill>
        <p:spPr>
          <a:xfrm>
            <a:off x="7118055" y="4694086"/>
            <a:ext cx="1942417" cy="369300"/>
          </a:xfrm>
          <a:prstGeom prst="rect">
            <a:avLst/>
          </a:prstGeom>
        </p:spPr>
      </p:pic>
    </p:spTree>
    <p:extLst>
      <p:ext uri="{BB962C8B-B14F-4D97-AF65-F5344CB8AC3E}">
        <p14:creationId xmlns:p14="http://schemas.microsoft.com/office/powerpoint/2010/main" val="3481670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CF183-DD81-7802-B3E5-44384CD8AA85}"/>
              </a:ext>
            </a:extLst>
          </p:cNvPr>
          <p:cNvSpPr>
            <a:spLocks noGrp="1"/>
          </p:cNvSpPr>
          <p:nvPr>
            <p:ph type="title"/>
          </p:nvPr>
        </p:nvSpPr>
        <p:spPr>
          <a:xfrm>
            <a:off x="654686" y="167439"/>
            <a:ext cx="7704000" cy="572700"/>
          </a:xfrm>
        </p:spPr>
        <p:txBody>
          <a:bodyPr/>
          <a:lstStyle/>
          <a:p>
            <a:pPr algn="ctr"/>
            <a:r>
              <a:rPr lang="en-US" dirty="0"/>
              <a:t>QUERIES</a:t>
            </a:r>
            <a:endParaRPr lang="en-US" b="0" dirty="0"/>
          </a:p>
        </p:txBody>
      </p:sp>
      <p:sp>
        <p:nvSpPr>
          <p:cNvPr id="3" name="Subtitle 2">
            <a:extLst>
              <a:ext uri="{FF2B5EF4-FFF2-40B4-BE49-F238E27FC236}">
                <a16:creationId xmlns:a16="http://schemas.microsoft.com/office/drawing/2014/main" id="{BDB7DBE4-252F-5A49-1283-30690AD48967}"/>
              </a:ext>
            </a:extLst>
          </p:cNvPr>
          <p:cNvSpPr>
            <a:spLocks noGrp="1"/>
          </p:cNvSpPr>
          <p:nvPr>
            <p:ph type="subTitle" idx="1"/>
          </p:nvPr>
        </p:nvSpPr>
        <p:spPr>
          <a:xfrm>
            <a:off x="548551" y="740139"/>
            <a:ext cx="7704000" cy="369300"/>
          </a:xfrm>
        </p:spPr>
        <p:txBody>
          <a:bodyPr/>
          <a:lstStyle/>
          <a:p>
            <a:r>
              <a:rPr lang="en-US" sz="1400" dirty="0"/>
              <a:t>13. Which year had the most employees taking leaves?</a:t>
            </a:r>
          </a:p>
        </p:txBody>
      </p:sp>
      <p:pic>
        <p:nvPicPr>
          <p:cNvPr id="5" name="Picture 4">
            <a:extLst>
              <a:ext uri="{FF2B5EF4-FFF2-40B4-BE49-F238E27FC236}">
                <a16:creationId xmlns:a16="http://schemas.microsoft.com/office/drawing/2014/main" id="{FF814454-53E4-9FBD-A768-EC294961B17A}"/>
              </a:ext>
            </a:extLst>
          </p:cNvPr>
          <p:cNvPicPr>
            <a:picLocks noChangeAspect="1"/>
          </p:cNvPicPr>
          <p:nvPr/>
        </p:nvPicPr>
        <p:blipFill>
          <a:blip r:embed="rId2"/>
          <a:stretch>
            <a:fillRect/>
          </a:stretch>
        </p:blipFill>
        <p:spPr>
          <a:xfrm>
            <a:off x="987879" y="1109439"/>
            <a:ext cx="7013122" cy="3305655"/>
          </a:xfrm>
          <a:prstGeom prst="rect">
            <a:avLst/>
          </a:prstGeom>
        </p:spPr>
      </p:pic>
      <p:pic>
        <p:nvPicPr>
          <p:cNvPr id="7" name="Picture 6">
            <a:extLst>
              <a:ext uri="{FF2B5EF4-FFF2-40B4-BE49-F238E27FC236}">
                <a16:creationId xmlns:a16="http://schemas.microsoft.com/office/drawing/2014/main" id="{9E588EF4-532A-E771-1062-ECD865F90F2C}"/>
              </a:ext>
            </a:extLst>
          </p:cNvPr>
          <p:cNvPicPr>
            <a:picLocks noChangeAspect="1"/>
          </p:cNvPicPr>
          <p:nvPr/>
        </p:nvPicPr>
        <p:blipFill>
          <a:blip r:embed="rId3"/>
          <a:stretch>
            <a:fillRect/>
          </a:stretch>
        </p:blipFill>
        <p:spPr>
          <a:xfrm>
            <a:off x="7411629" y="4692936"/>
            <a:ext cx="1681843" cy="450564"/>
          </a:xfrm>
          <a:prstGeom prst="rect">
            <a:avLst/>
          </a:prstGeom>
        </p:spPr>
      </p:pic>
    </p:spTree>
    <p:extLst>
      <p:ext uri="{BB962C8B-B14F-4D97-AF65-F5344CB8AC3E}">
        <p14:creationId xmlns:p14="http://schemas.microsoft.com/office/powerpoint/2010/main" val="2270956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A60D-DBEE-190B-13A7-4B806D126530}"/>
              </a:ext>
            </a:extLst>
          </p:cNvPr>
          <p:cNvSpPr>
            <a:spLocks noGrp="1"/>
          </p:cNvSpPr>
          <p:nvPr>
            <p:ph type="title"/>
          </p:nvPr>
        </p:nvSpPr>
        <p:spPr>
          <a:xfrm>
            <a:off x="720000" y="167439"/>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0A3F43A5-396C-B494-1572-B234647FA17F}"/>
              </a:ext>
            </a:extLst>
          </p:cNvPr>
          <p:cNvSpPr>
            <a:spLocks noGrp="1"/>
          </p:cNvSpPr>
          <p:nvPr>
            <p:ph type="subTitle" idx="1"/>
          </p:nvPr>
        </p:nvSpPr>
        <p:spPr>
          <a:xfrm>
            <a:off x="319950" y="740139"/>
            <a:ext cx="7704000" cy="369300"/>
          </a:xfrm>
        </p:spPr>
        <p:txBody>
          <a:bodyPr/>
          <a:lstStyle/>
          <a:p>
            <a:r>
              <a:rPr lang="en-US" sz="1400" dirty="0"/>
              <a:t>14. What is the average number of leave days taken by its employees per department?</a:t>
            </a:r>
            <a:br>
              <a:rPr lang="en-US" sz="1400" dirty="0"/>
            </a:br>
            <a:endParaRPr lang="en-US" sz="1400" dirty="0"/>
          </a:p>
        </p:txBody>
      </p:sp>
      <p:pic>
        <p:nvPicPr>
          <p:cNvPr id="5" name="Picture 4">
            <a:extLst>
              <a:ext uri="{FF2B5EF4-FFF2-40B4-BE49-F238E27FC236}">
                <a16:creationId xmlns:a16="http://schemas.microsoft.com/office/drawing/2014/main" id="{1217AAAF-B348-223B-6567-AE2BC51BA983}"/>
              </a:ext>
            </a:extLst>
          </p:cNvPr>
          <p:cNvPicPr>
            <a:picLocks noChangeAspect="1"/>
          </p:cNvPicPr>
          <p:nvPr/>
        </p:nvPicPr>
        <p:blipFill>
          <a:blip r:embed="rId2"/>
          <a:stretch>
            <a:fillRect/>
          </a:stretch>
        </p:blipFill>
        <p:spPr>
          <a:xfrm>
            <a:off x="827679" y="1109438"/>
            <a:ext cx="7704000" cy="3536041"/>
          </a:xfrm>
          <a:prstGeom prst="rect">
            <a:avLst/>
          </a:prstGeom>
        </p:spPr>
      </p:pic>
      <p:pic>
        <p:nvPicPr>
          <p:cNvPr id="7" name="Picture 6">
            <a:extLst>
              <a:ext uri="{FF2B5EF4-FFF2-40B4-BE49-F238E27FC236}">
                <a16:creationId xmlns:a16="http://schemas.microsoft.com/office/drawing/2014/main" id="{7F2B8CFD-097B-7339-77BB-424A9E559386}"/>
              </a:ext>
            </a:extLst>
          </p:cNvPr>
          <p:cNvPicPr>
            <a:picLocks noChangeAspect="1"/>
          </p:cNvPicPr>
          <p:nvPr/>
        </p:nvPicPr>
        <p:blipFill>
          <a:blip r:embed="rId3"/>
          <a:stretch>
            <a:fillRect/>
          </a:stretch>
        </p:blipFill>
        <p:spPr>
          <a:xfrm>
            <a:off x="6906986" y="4774200"/>
            <a:ext cx="2237014" cy="369300"/>
          </a:xfrm>
          <a:prstGeom prst="rect">
            <a:avLst/>
          </a:prstGeom>
        </p:spPr>
      </p:pic>
    </p:spTree>
    <p:extLst>
      <p:ext uri="{BB962C8B-B14F-4D97-AF65-F5344CB8AC3E}">
        <p14:creationId xmlns:p14="http://schemas.microsoft.com/office/powerpoint/2010/main" val="700248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CC0EA-95C6-9C35-E8E3-05F08D7447AB}"/>
              </a:ext>
            </a:extLst>
          </p:cNvPr>
          <p:cNvSpPr>
            <a:spLocks noGrp="1"/>
          </p:cNvSpPr>
          <p:nvPr>
            <p:ph type="title"/>
          </p:nvPr>
        </p:nvSpPr>
        <p:spPr>
          <a:xfrm>
            <a:off x="720000" y="167439"/>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FE100DF9-E263-AC2C-24BA-6F2D54A47C8E}"/>
              </a:ext>
            </a:extLst>
          </p:cNvPr>
          <p:cNvSpPr>
            <a:spLocks noGrp="1"/>
          </p:cNvSpPr>
          <p:nvPr>
            <p:ph type="subTitle" idx="1"/>
          </p:nvPr>
        </p:nvSpPr>
        <p:spPr>
          <a:xfrm>
            <a:off x="564879" y="740139"/>
            <a:ext cx="7704000" cy="369300"/>
          </a:xfrm>
        </p:spPr>
        <p:txBody>
          <a:bodyPr/>
          <a:lstStyle/>
          <a:p>
            <a:r>
              <a:rPr lang="en-US" sz="1400" dirty="0"/>
              <a:t>15. Which employees have taken the most leaves?</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344C6DA5-4512-F385-E5CE-F347B64BFA13}"/>
              </a:ext>
            </a:extLst>
          </p:cNvPr>
          <p:cNvPicPr>
            <a:picLocks noChangeAspect="1"/>
          </p:cNvPicPr>
          <p:nvPr/>
        </p:nvPicPr>
        <p:blipFill>
          <a:blip r:embed="rId2"/>
          <a:stretch>
            <a:fillRect/>
          </a:stretch>
        </p:blipFill>
        <p:spPr>
          <a:xfrm>
            <a:off x="979715" y="1109439"/>
            <a:ext cx="6229350" cy="3511548"/>
          </a:xfrm>
          <a:prstGeom prst="rect">
            <a:avLst/>
          </a:prstGeom>
        </p:spPr>
      </p:pic>
      <p:pic>
        <p:nvPicPr>
          <p:cNvPr id="7" name="Picture 6">
            <a:extLst>
              <a:ext uri="{FF2B5EF4-FFF2-40B4-BE49-F238E27FC236}">
                <a16:creationId xmlns:a16="http://schemas.microsoft.com/office/drawing/2014/main" id="{312EDF20-092E-21C0-81EF-CA2E0F69A1D1}"/>
              </a:ext>
            </a:extLst>
          </p:cNvPr>
          <p:cNvPicPr>
            <a:picLocks noChangeAspect="1"/>
          </p:cNvPicPr>
          <p:nvPr/>
        </p:nvPicPr>
        <p:blipFill>
          <a:blip r:embed="rId3"/>
          <a:stretch>
            <a:fillRect/>
          </a:stretch>
        </p:blipFill>
        <p:spPr>
          <a:xfrm>
            <a:off x="6849836" y="4774200"/>
            <a:ext cx="2294164" cy="369300"/>
          </a:xfrm>
          <a:prstGeom prst="rect">
            <a:avLst/>
          </a:prstGeom>
        </p:spPr>
      </p:pic>
    </p:spTree>
    <p:extLst>
      <p:ext uri="{BB962C8B-B14F-4D97-AF65-F5344CB8AC3E}">
        <p14:creationId xmlns:p14="http://schemas.microsoft.com/office/powerpoint/2010/main" val="2166345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7E8E3-6188-80AD-5E7D-D7A8166D527A}"/>
              </a:ext>
            </a:extLst>
          </p:cNvPr>
          <p:cNvSpPr>
            <a:spLocks noGrp="1"/>
          </p:cNvSpPr>
          <p:nvPr>
            <p:ph type="title"/>
          </p:nvPr>
        </p:nvSpPr>
        <p:spPr>
          <a:xfrm>
            <a:off x="720000" y="110289"/>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D716D439-218F-350A-B8A4-BB34CF19C144}"/>
              </a:ext>
            </a:extLst>
          </p:cNvPr>
          <p:cNvSpPr>
            <a:spLocks noGrp="1"/>
          </p:cNvSpPr>
          <p:nvPr>
            <p:ph type="subTitle" idx="1"/>
          </p:nvPr>
        </p:nvSpPr>
        <p:spPr>
          <a:xfrm>
            <a:off x="475070" y="663849"/>
            <a:ext cx="7704000" cy="369300"/>
          </a:xfrm>
        </p:spPr>
        <p:txBody>
          <a:bodyPr/>
          <a:lstStyle/>
          <a:p>
            <a:r>
              <a:rPr lang="en-US" sz="1400" dirty="0"/>
              <a:t>16. What is the total number of leave days taken company-wide?</a:t>
            </a:r>
            <a:br>
              <a:rPr lang="en-US" sz="1400" dirty="0"/>
            </a:br>
            <a:endParaRPr lang="en-US" sz="1400" dirty="0"/>
          </a:p>
        </p:txBody>
      </p:sp>
      <p:pic>
        <p:nvPicPr>
          <p:cNvPr id="5" name="Picture 4">
            <a:extLst>
              <a:ext uri="{FF2B5EF4-FFF2-40B4-BE49-F238E27FC236}">
                <a16:creationId xmlns:a16="http://schemas.microsoft.com/office/drawing/2014/main" id="{7CFA1001-9393-9ED3-9843-5FFD68956010}"/>
              </a:ext>
            </a:extLst>
          </p:cNvPr>
          <p:cNvPicPr>
            <a:picLocks noChangeAspect="1"/>
          </p:cNvPicPr>
          <p:nvPr/>
        </p:nvPicPr>
        <p:blipFill>
          <a:blip r:embed="rId2"/>
          <a:stretch>
            <a:fillRect/>
          </a:stretch>
        </p:blipFill>
        <p:spPr>
          <a:xfrm>
            <a:off x="925479" y="1033149"/>
            <a:ext cx="5883536" cy="2276793"/>
          </a:xfrm>
          <a:prstGeom prst="rect">
            <a:avLst/>
          </a:prstGeom>
        </p:spPr>
      </p:pic>
      <p:pic>
        <p:nvPicPr>
          <p:cNvPr id="7" name="Picture 6">
            <a:extLst>
              <a:ext uri="{FF2B5EF4-FFF2-40B4-BE49-F238E27FC236}">
                <a16:creationId xmlns:a16="http://schemas.microsoft.com/office/drawing/2014/main" id="{9F4A36DF-4280-B0DB-3763-1AF69D77C38C}"/>
              </a:ext>
            </a:extLst>
          </p:cNvPr>
          <p:cNvPicPr>
            <a:picLocks noChangeAspect="1"/>
          </p:cNvPicPr>
          <p:nvPr/>
        </p:nvPicPr>
        <p:blipFill>
          <a:blip r:embed="rId3"/>
          <a:stretch>
            <a:fillRect/>
          </a:stretch>
        </p:blipFill>
        <p:spPr>
          <a:xfrm>
            <a:off x="7347857" y="4663911"/>
            <a:ext cx="1796143" cy="369300"/>
          </a:xfrm>
          <a:prstGeom prst="rect">
            <a:avLst/>
          </a:prstGeom>
        </p:spPr>
      </p:pic>
    </p:spTree>
    <p:extLst>
      <p:ext uri="{BB962C8B-B14F-4D97-AF65-F5344CB8AC3E}">
        <p14:creationId xmlns:p14="http://schemas.microsoft.com/office/powerpoint/2010/main" val="1646163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2FBD-E75D-0BEB-52CA-E35CCC6B21A9}"/>
              </a:ext>
            </a:extLst>
          </p:cNvPr>
          <p:cNvSpPr>
            <a:spLocks noGrp="1"/>
          </p:cNvSpPr>
          <p:nvPr>
            <p:ph type="title"/>
          </p:nvPr>
        </p:nvSpPr>
        <p:spPr>
          <a:xfrm>
            <a:off x="720000" y="134782"/>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13BA79E6-2AD4-40CC-4E2C-2FFE2073AF67}"/>
              </a:ext>
            </a:extLst>
          </p:cNvPr>
          <p:cNvSpPr>
            <a:spLocks noGrp="1"/>
          </p:cNvSpPr>
          <p:nvPr>
            <p:ph type="subTitle" idx="1"/>
          </p:nvPr>
        </p:nvSpPr>
        <p:spPr>
          <a:xfrm>
            <a:off x="507729" y="707482"/>
            <a:ext cx="7704000" cy="369300"/>
          </a:xfrm>
        </p:spPr>
        <p:txBody>
          <a:bodyPr/>
          <a:lstStyle/>
          <a:p>
            <a:r>
              <a:rPr lang="en-US" sz="1400" dirty="0"/>
              <a:t>17. How do leave days correlate with payroll amounts?</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4B8D3536-55A7-1E24-5848-B841A0256ACE}"/>
              </a:ext>
            </a:extLst>
          </p:cNvPr>
          <p:cNvPicPr>
            <a:picLocks noChangeAspect="1"/>
          </p:cNvPicPr>
          <p:nvPr/>
        </p:nvPicPr>
        <p:blipFill>
          <a:blip r:embed="rId2"/>
          <a:stretch>
            <a:fillRect/>
          </a:stretch>
        </p:blipFill>
        <p:spPr>
          <a:xfrm>
            <a:off x="932271" y="1076782"/>
            <a:ext cx="6603366" cy="3609518"/>
          </a:xfrm>
          <a:prstGeom prst="rect">
            <a:avLst/>
          </a:prstGeom>
        </p:spPr>
      </p:pic>
      <p:pic>
        <p:nvPicPr>
          <p:cNvPr id="7" name="Picture 6">
            <a:extLst>
              <a:ext uri="{FF2B5EF4-FFF2-40B4-BE49-F238E27FC236}">
                <a16:creationId xmlns:a16="http://schemas.microsoft.com/office/drawing/2014/main" id="{56985C9E-A4D6-848D-D56B-BF62DFD03D1E}"/>
              </a:ext>
            </a:extLst>
          </p:cNvPr>
          <p:cNvPicPr>
            <a:picLocks noChangeAspect="1"/>
          </p:cNvPicPr>
          <p:nvPr/>
        </p:nvPicPr>
        <p:blipFill>
          <a:blip r:embed="rId3"/>
          <a:stretch>
            <a:fillRect/>
          </a:stretch>
        </p:blipFill>
        <p:spPr>
          <a:xfrm>
            <a:off x="7666264" y="4686300"/>
            <a:ext cx="1477736" cy="369300"/>
          </a:xfrm>
          <a:prstGeom prst="rect">
            <a:avLst/>
          </a:prstGeom>
        </p:spPr>
      </p:pic>
    </p:spTree>
    <p:extLst>
      <p:ext uri="{BB962C8B-B14F-4D97-AF65-F5344CB8AC3E}">
        <p14:creationId xmlns:p14="http://schemas.microsoft.com/office/powerpoint/2010/main" val="1576591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64A1-BB84-975B-23A2-7DDAEDEC4003}"/>
              </a:ext>
            </a:extLst>
          </p:cNvPr>
          <p:cNvSpPr>
            <a:spLocks noGrp="1"/>
          </p:cNvSpPr>
          <p:nvPr>
            <p:ph type="title"/>
          </p:nvPr>
        </p:nvSpPr>
        <p:spPr>
          <a:xfrm>
            <a:off x="720000" y="93961"/>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CFB3FEAA-92A2-DD08-F920-2603B79CC783}"/>
              </a:ext>
            </a:extLst>
          </p:cNvPr>
          <p:cNvSpPr>
            <a:spLocks noGrp="1"/>
          </p:cNvSpPr>
          <p:nvPr>
            <p:ph type="subTitle" idx="1"/>
          </p:nvPr>
        </p:nvSpPr>
        <p:spPr>
          <a:xfrm>
            <a:off x="581207" y="666661"/>
            <a:ext cx="7704000" cy="369300"/>
          </a:xfrm>
        </p:spPr>
        <p:txBody>
          <a:bodyPr/>
          <a:lstStyle/>
          <a:p>
            <a:r>
              <a:rPr lang="en-US" sz="1400" dirty="0"/>
              <a:t>18.What is the total monthly payroll processed?</a:t>
            </a:r>
            <a:br>
              <a:rPr lang="en-US" sz="1400" dirty="0"/>
            </a:br>
            <a:endParaRPr lang="en-US" sz="1400" dirty="0"/>
          </a:p>
        </p:txBody>
      </p:sp>
      <p:pic>
        <p:nvPicPr>
          <p:cNvPr id="5" name="Picture 4">
            <a:extLst>
              <a:ext uri="{FF2B5EF4-FFF2-40B4-BE49-F238E27FC236}">
                <a16:creationId xmlns:a16="http://schemas.microsoft.com/office/drawing/2014/main" id="{E157995A-8A34-E740-8D43-57350D3E7409}"/>
              </a:ext>
            </a:extLst>
          </p:cNvPr>
          <p:cNvPicPr>
            <a:picLocks noChangeAspect="1"/>
          </p:cNvPicPr>
          <p:nvPr/>
        </p:nvPicPr>
        <p:blipFill>
          <a:blip r:embed="rId2"/>
          <a:stretch>
            <a:fillRect/>
          </a:stretch>
        </p:blipFill>
        <p:spPr>
          <a:xfrm>
            <a:off x="1061357" y="1035961"/>
            <a:ext cx="7037614" cy="3241002"/>
          </a:xfrm>
          <a:prstGeom prst="rect">
            <a:avLst/>
          </a:prstGeom>
        </p:spPr>
      </p:pic>
      <p:pic>
        <p:nvPicPr>
          <p:cNvPr id="7" name="Picture 6">
            <a:extLst>
              <a:ext uri="{FF2B5EF4-FFF2-40B4-BE49-F238E27FC236}">
                <a16:creationId xmlns:a16="http://schemas.microsoft.com/office/drawing/2014/main" id="{3CBFB267-3962-C463-3F68-AC0D7C5C6160}"/>
              </a:ext>
            </a:extLst>
          </p:cNvPr>
          <p:cNvPicPr>
            <a:picLocks noChangeAspect="1"/>
          </p:cNvPicPr>
          <p:nvPr/>
        </p:nvPicPr>
        <p:blipFill>
          <a:blip r:embed="rId3"/>
          <a:stretch>
            <a:fillRect/>
          </a:stretch>
        </p:blipFill>
        <p:spPr>
          <a:xfrm>
            <a:off x="7519307" y="4774200"/>
            <a:ext cx="1624693" cy="369300"/>
          </a:xfrm>
          <a:prstGeom prst="rect">
            <a:avLst/>
          </a:prstGeom>
        </p:spPr>
      </p:pic>
    </p:spTree>
    <p:extLst>
      <p:ext uri="{BB962C8B-B14F-4D97-AF65-F5344CB8AC3E}">
        <p14:creationId xmlns:p14="http://schemas.microsoft.com/office/powerpoint/2010/main" val="3349920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AC11-8017-E5A4-AAA2-23DC9B2F2568}"/>
              </a:ext>
            </a:extLst>
          </p:cNvPr>
          <p:cNvSpPr>
            <a:spLocks noGrp="1"/>
          </p:cNvSpPr>
          <p:nvPr>
            <p:ph type="title"/>
          </p:nvPr>
        </p:nvSpPr>
        <p:spPr>
          <a:xfrm>
            <a:off x="720000" y="151110"/>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A80410A1-742D-164A-4652-7072E85FF477}"/>
              </a:ext>
            </a:extLst>
          </p:cNvPr>
          <p:cNvSpPr>
            <a:spLocks noGrp="1"/>
          </p:cNvSpPr>
          <p:nvPr>
            <p:ph type="subTitle" idx="1"/>
          </p:nvPr>
        </p:nvSpPr>
        <p:spPr>
          <a:xfrm>
            <a:off x="564878" y="723810"/>
            <a:ext cx="7704000" cy="369300"/>
          </a:xfrm>
        </p:spPr>
        <p:txBody>
          <a:bodyPr/>
          <a:lstStyle/>
          <a:p>
            <a:r>
              <a:rPr lang="en-US" sz="1400" dirty="0"/>
              <a:t>19. What is the average bonus given per department?</a:t>
            </a:r>
            <a:br>
              <a:rPr lang="en-US" sz="1400" dirty="0"/>
            </a:br>
            <a:br>
              <a:rPr lang="en-US" sz="1400" dirty="0"/>
            </a:br>
            <a:endParaRPr lang="en-US" sz="1400" dirty="0"/>
          </a:p>
          <a:p>
            <a:endParaRPr lang="en-US" dirty="0"/>
          </a:p>
        </p:txBody>
      </p:sp>
      <p:pic>
        <p:nvPicPr>
          <p:cNvPr id="5" name="Picture 4">
            <a:extLst>
              <a:ext uri="{FF2B5EF4-FFF2-40B4-BE49-F238E27FC236}">
                <a16:creationId xmlns:a16="http://schemas.microsoft.com/office/drawing/2014/main" id="{A9826614-62C5-8EF0-25CE-789FD72E1FA9}"/>
              </a:ext>
            </a:extLst>
          </p:cNvPr>
          <p:cNvPicPr>
            <a:picLocks noChangeAspect="1"/>
          </p:cNvPicPr>
          <p:nvPr/>
        </p:nvPicPr>
        <p:blipFill>
          <a:blip r:embed="rId2"/>
          <a:stretch>
            <a:fillRect/>
          </a:stretch>
        </p:blipFill>
        <p:spPr>
          <a:xfrm>
            <a:off x="1061358" y="1093111"/>
            <a:ext cx="6213022" cy="3544204"/>
          </a:xfrm>
          <a:prstGeom prst="rect">
            <a:avLst/>
          </a:prstGeom>
        </p:spPr>
      </p:pic>
      <p:pic>
        <p:nvPicPr>
          <p:cNvPr id="7" name="Picture 6">
            <a:extLst>
              <a:ext uri="{FF2B5EF4-FFF2-40B4-BE49-F238E27FC236}">
                <a16:creationId xmlns:a16="http://schemas.microsoft.com/office/drawing/2014/main" id="{10052DE8-BE03-381E-E20B-37B4EFE7646B}"/>
              </a:ext>
            </a:extLst>
          </p:cNvPr>
          <p:cNvPicPr>
            <a:picLocks noChangeAspect="1"/>
          </p:cNvPicPr>
          <p:nvPr/>
        </p:nvPicPr>
        <p:blipFill>
          <a:blip r:embed="rId3"/>
          <a:stretch>
            <a:fillRect/>
          </a:stretch>
        </p:blipFill>
        <p:spPr>
          <a:xfrm>
            <a:off x="7174864" y="4688783"/>
            <a:ext cx="1967593" cy="303607"/>
          </a:xfrm>
          <a:prstGeom prst="rect">
            <a:avLst/>
          </a:prstGeom>
        </p:spPr>
      </p:pic>
    </p:spTree>
    <p:extLst>
      <p:ext uri="{BB962C8B-B14F-4D97-AF65-F5344CB8AC3E}">
        <p14:creationId xmlns:p14="http://schemas.microsoft.com/office/powerpoint/2010/main" val="2520349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2A3E9-CA71-AD79-7C6F-A17B2EB50F35}"/>
              </a:ext>
            </a:extLst>
          </p:cNvPr>
          <p:cNvSpPr>
            <a:spLocks noGrp="1"/>
          </p:cNvSpPr>
          <p:nvPr>
            <p:ph type="title"/>
          </p:nvPr>
        </p:nvSpPr>
        <p:spPr>
          <a:xfrm>
            <a:off x="720000" y="208261"/>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E1124CBC-4265-0615-AB9B-0B7DB907C7C3}"/>
              </a:ext>
            </a:extLst>
          </p:cNvPr>
          <p:cNvSpPr>
            <a:spLocks noGrp="1"/>
          </p:cNvSpPr>
          <p:nvPr>
            <p:ph type="subTitle" idx="1"/>
          </p:nvPr>
        </p:nvSpPr>
        <p:spPr>
          <a:xfrm>
            <a:off x="442414" y="780961"/>
            <a:ext cx="7704000" cy="369300"/>
          </a:xfrm>
        </p:spPr>
        <p:txBody>
          <a:bodyPr/>
          <a:lstStyle/>
          <a:p>
            <a:r>
              <a:rPr lang="en-US" sz="1400" dirty="0"/>
              <a:t>20. Which department receives the highest total bonuses?</a:t>
            </a:r>
            <a:br>
              <a:rPr lang="en-US" sz="1400" dirty="0"/>
            </a:br>
            <a:endParaRPr lang="en-US" sz="1400" dirty="0"/>
          </a:p>
        </p:txBody>
      </p:sp>
      <p:pic>
        <p:nvPicPr>
          <p:cNvPr id="5" name="Picture 4">
            <a:extLst>
              <a:ext uri="{FF2B5EF4-FFF2-40B4-BE49-F238E27FC236}">
                <a16:creationId xmlns:a16="http://schemas.microsoft.com/office/drawing/2014/main" id="{A96D23D2-2FC4-7906-3C8F-0CB4AC5B2032}"/>
              </a:ext>
            </a:extLst>
          </p:cNvPr>
          <p:cNvPicPr>
            <a:picLocks noChangeAspect="1"/>
          </p:cNvPicPr>
          <p:nvPr/>
        </p:nvPicPr>
        <p:blipFill>
          <a:blip r:embed="rId2"/>
          <a:stretch>
            <a:fillRect/>
          </a:stretch>
        </p:blipFill>
        <p:spPr>
          <a:xfrm>
            <a:off x="975811" y="1150261"/>
            <a:ext cx="6290404" cy="3519710"/>
          </a:xfrm>
          <a:prstGeom prst="rect">
            <a:avLst/>
          </a:prstGeom>
        </p:spPr>
      </p:pic>
      <p:pic>
        <p:nvPicPr>
          <p:cNvPr id="7" name="Picture 6">
            <a:extLst>
              <a:ext uri="{FF2B5EF4-FFF2-40B4-BE49-F238E27FC236}">
                <a16:creationId xmlns:a16="http://schemas.microsoft.com/office/drawing/2014/main" id="{FEBFD57E-455F-3607-5877-F0759CC53EAB}"/>
              </a:ext>
            </a:extLst>
          </p:cNvPr>
          <p:cNvPicPr>
            <a:picLocks noChangeAspect="1"/>
          </p:cNvPicPr>
          <p:nvPr/>
        </p:nvPicPr>
        <p:blipFill>
          <a:blip r:embed="rId3"/>
          <a:stretch>
            <a:fillRect/>
          </a:stretch>
        </p:blipFill>
        <p:spPr>
          <a:xfrm>
            <a:off x="7266215" y="4750589"/>
            <a:ext cx="1877785" cy="369300"/>
          </a:xfrm>
          <a:prstGeom prst="rect">
            <a:avLst/>
          </a:prstGeom>
        </p:spPr>
      </p:pic>
    </p:spTree>
    <p:extLst>
      <p:ext uri="{BB962C8B-B14F-4D97-AF65-F5344CB8AC3E}">
        <p14:creationId xmlns:p14="http://schemas.microsoft.com/office/powerpoint/2010/main" val="3042497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287B-EC6A-5835-54F0-EA662CECE62E}"/>
              </a:ext>
            </a:extLst>
          </p:cNvPr>
          <p:cNvSpPr>
            <a:spLocks noGrp="1"/>
          </p:cNvSpPr>
          <p:nvPr>
            <p:ph type="title"/>
          </p:nvPr>
        </p:nvSpPr>
        <p:spPr>
          <a:xfrm>
            <a:off x="720000" y="102125"/>
            <a:ext cx="7704000" cy="572700"/>
          </a:xfrm>
        </p:spPr>
        <p:txBody>
          <a:bodyPr/>
          <a:lstStyle/>
          <a:p>
            <a:pPr algn="ctr"/>
            <a:r>
              <a:rPr lang="en-US" dirty="0"/>
              <a:t>QUERIES</a:t>
            </a:r>
          </a:p>
        </p:txBody>
      </p:sp>
      <p:sp>
        <p:nvSpPr>
          <p:cNvPr id="3" name="Subtitle 2">
            <a:extLst>
              <a:ext uri="{FF2B5EF4-FFF2-40B4-BE49-F238E27FC236}">
                <a16:creationId xmlns:a16="http://schemas.microsoft.com/office/drawing/2014/main" id="{E1812094-326E-1267-5972-B97C929910DC}"/>
              </a:ext>
            </a:extLst>
          </p:cNvPr>
          <p:cNvSpPr>
            <a:spLocks noGrp="1"/>
          </p:cNvSpPr>
          <p:nvPr>
            <p:ph type="subTitle" idx="1"/>
          </p:nvPr>
        </p:nvSpPr>
        <p:spPr>
          <a:xfrm>
            <a:off x="720000" y="693064"/>
            <a:ext cx="7704000" cy="369300"/>
          </a:xfrm>
        </p:spPr>
        <p:txBody>
          <a:bodyPr/>
          <a:lstStyle/>
          <a:p>
            <a:r>
              <a:rPr lang="en-US" sz="1400" dirty="0"/>
              <a:t>21. What is the average value of </a:t>
            </a:r>
            <a:r>
              <a:rPr lang="en-US" sz="1400" dirty="0" err="1"/>
              <a:t>total_amount</a:t>
            </a:r>
            <a:r>
              <a:rPr lang="en-US" sz="1400" dirty="0"/>
              <a:t> after considering leave deductions?</a:t>
            </a:r>
          </a:p>
        </p:txBody>
      </p:sp>
      <p:pic>
        <p:nvPicPr>
          <p:cNvPr id="5" name="Picture 4">
            <a:extLst>
              <a:ext uri="{FF2B5EF4-FFF2-40B4-BE49-F238E27FC236}">
                <a16:creationId xmlns:a16="http://schemas.microsoft.com/office/drawing/2014/main" id="{9AE785D7-5035-0D5E-1B2F-ED625E902BB7}"/>
              </a:ext>
            </a:extLst>
          </p:cNvPr>
          <p:cNvPicPr>
            <a:picLocks noChangeAspect="1"/>
          </p:cNvPicPr>
          <p:nvPr/>
        </p:nvPicPr>
        <p:blipFill>
          <a:blip r:embed="rId2"/>
          <a:stretch>
            <a:fillRect/>
          </a:stretch>
        </p:blipFill>
        <p:spPr>
          <a:xfrm>
            <a:off x="1143787" y="1152375"/>
            <a:ext cx="6889870" cy="2152950"/>
          </a:xfrm>
          <a:prstGeom prst="rect">
            <a:avLst/>
          </a:prstGeom>
        </p:spPr>
      </p:pic>
      <p:pic>
        <p:nvPicPr>
          <p:cNvPr id="7" name="Picture 6">
            <a:extLst>
              <a:ext uri="{FF2B5EF4-FFF2-40B4-BE49-F238E27FC236}">
                <a16:creationId xmlns:a16="http://schemas.microsoft.com/office/drawing/2014/main" id="{C29B0A81-47E0-6632-EC95-A0146A308F10}"/>
              </a:ext>
            </a:extLst>
          </p:cNvPr>
          <p:cNvPicPr>
            <a:picLocks noChangeAspect="1"/>
          </p:cNvPicPr>
          <p:nvPr/>
        </p:nvPicPr>
        <p:blipFill>
          <a:blip r:embed="rId3"/>
          <a:stretch>
            <a:fillRect/>
          </a:stretch>
        </p:blipFill>
        <p:spPr>
          <a:xfrm>
            <a:off x="7560129" y="4672075"/>
            <a:ext cx="1583871" cy="369300"/>
          </a:xfrm>
          <a:prstGeom prst="rect">
            <a:avLst/>
          </a:prstGeom>
        </p:spPr>
      </p:pic>
    </p:spTree>
    <p:extLst>
      <p:ext uri="{BB962C8B-B14F-4D97-AF65-F5344CB8AC3E}">
        <p14:creationId xmlns:p14="http://schemas.microsoft.com/office/powerpoint/2010/main" val="1629507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AA56-0A8F-7551-40FE-617DEE076C37}"/>
              </a:ext>
            </a:extLst>
          </p:cNvPr>
          <p:cNvSpPr>
            <a:spLocks noGrp="1"/>
          </p:cNvSpPr>
          <p:nvPr>
            <p:ph type="title"/>
          </p:nvPr>
        </p:nvSpPr>
        <p:spPr>
          <a:xfrm>
            <a:off x="720000" y="134783"/>
            <a:ext cx="7704000" cy="572700"/>
          </a:xfrm>
        </p:spPr>
        <p:txBody>
          <a:bodyPr/>
          <a:lstStyle/>
          <a:p>
            <a:pPr algn="ctr"/>
            <a:r>
              <a:rPr lang="en-US" dirty="0"/>
              <a:t>CONCLUSION</a:t>
            </a:r>
          </a:p>
        </p:txBody>
      </p:sp>
      <p:sp>
        <p:nvSpPr>
          <p:cNvPr id="3" name="Subtitle 2">
            <a:extLst>
              <a:ext uri="{FF2B5EF4-FFF2-40B4-BE49-F238E27FC236}">
                <a16:creationId xmlns:a16="http://schemas.microsoft.com/office/drawing/2014/main" id="{3F075426-4197-B047-FA3A-8B772CD9E724}"/>
              </a:ext>
            </a:extLst>
          </p:cNvPr>
          <p:cNvSpPr>
            <a:spLocks noGrp="1"/>
          </p:cNvSpPr>
          <p:nvPr>
            <p:ph type="subTitle" idx="1"/>
          </p:nvPr>
        </p:nvSpPr>
        <p:spPr>
          <a:xfrm>
            <a:off x="720000" y="785682"/>
            <a:ext cx="7704000" cy="369300"/>
          </a:xfrm>
        </p:spPr>
        <p:txBody>
          <a:bodyPr/>
          <a:lstStyle/>
          <a:p>
            <a:r>
              <a:rPr lang="en-US" sz="1800" dirty="0"/>
              <a:t>     This project successfully demonstrates the design and implementation of a comprehensive </a:t>
            </a:r>
            <a:r>
              <a:rPr lang="en-US" sz="1800" b="1" dirty="0"/>
              <a:t>Employee Management System</a:t>
            </a:r>
            <a:r>
              <a:rPr lang="en-US" sz="1800" dirty="0"/>
              <a:t> using a well-structured dataset. By integrating employee details, job roles, departments, qualifications, salary structures, payroll records, and leave information, the system ensures efficient data organization and integrity. The ER diagram clearly defines relationships between entities, enabling accurate payroll processing, effective leave tracking, and streamlined HR operations. Overall, the dataset supports reliable data analysis and informed decision-making, making it suitable for real-world organizational management and academic learning purposes.</a:t>
            </a:r>
          </a:p>
        </p:txBody>
      </p:sp>
      <p:pic>
        <p:nvPicPr>
          <p:cNvPr id="5" name="Picture 4">
            <a:extLst>
              <a:ext uri="{FF2B5EF4-FFF2-40B4-BE49-F238E27FC236}">
                <a16:creationId xmlns:a16="http://schemas.microsoft.com/office/drawing/2014/main" id="{A4919A12-CC31-83B2-8192-38F2B882060B}"/>
              </a:ext>
            </a:extLst>
          </p:cNvPr>
          <p:cNvPicPr>
            <a:picLocks noChangeAspect="1"/>
          </p:cNvPicPr>
          <p:nvPr/>
        </p:nvPicPr>
        <p:blipFill>
          <a:blip r:embed="rId2"/>
          <a:stretch>
            <a:fillRect/>
          </a:stretch>
        </p:blipFill>
        <p:spPr>
          <a:xfrm>
            <a:off x="7641771" y="4639417"/>
            <a:ext cx="1502229" cy="369300"/>
          </a:xfrm>
          <a:prstGeom prst="rect">
            <a:avLst/>
          </a:prstGeom>
        </p:spPr>
      </p:pic>
    </p:spTree>
    <p:extLst>
      <p:ext uri="{BB962C8B-B14F-4D97-AF65-F5344CB8AC3E}">
        <p14:creationId xmlns:p14="http://schemas.microsoft.com/office/powerpoint/2010/main" val="895288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896E-9CD5-96FA-12F1-E8FFE1064881}"/>
              </a:ext>
            </a:extLst>
          </p:cNvPr>
          <p:cNvSpPr>
            <a:spLocks noGrp="1"/>
          </p:cNvSpPr>
          <p:nvPr>
            <p:ph type="title"/>
          </p:nvPr>
        </p:nvSpPr>
        <p:spPr>
          <a:xfrm>
            <a:off x="1756269" y="2143362"/>
            <a:ext cx="7704000" cy="572700"/>
          </a:xfrm>
        </p:spPr>
        <p:txBody>
          <a:bodyPr/>
          <a:lstStyle/>
          <a:p>
            <a:pPr algn="ctr"/>
            <a:r>
              <a:rPr lang="en" sz="6000" dirty="0"/>
              <a:t>THANK YOU!</a:t>
            </a:r>
            <a:endParaRPr lang="en-IN" sz="6000" dirty="0"/>
          </a:p>
        </p:txBody>
      </p:sp>
      <p:grpSp>
        <p:nvGrpSpPr>
          <p:cNvPr id="4" name="Google Shape;976;p50">
            <a:extLst>
              <a:ext uri="{FF2B5EF4-FFF2-40B4-BE49-F238E27FC236}">
                <a16:creationId xmlns:a16="http://schemas.microsoft.com/office/drawing/2014/main" id="{92B798E6-6FA7-25BF-EDD5-2C5AD030E310}"/>
              </a:ext>
            </a:extLst>
          </p:cNvPr>
          <p:cNvGrpSpPr/>
          <p:nvPr/>
        </p:nvGrpSpPr>
        <p:grpSpPr>
          <a:xfrm>
            <a:off x="713229" y="1445560"/>
            <a:ext cx="2048069" cy="3283282"/>
            <a:chOff x="713229" y="1445560"/>
            <a:chExt cx="2048069" cy="3283282"/>
          </a:xfrm>
        </p:grpSpPr>
        <p:grpSp>
          <p:nvGrpSpPr>
            <p:cNvPr id="5" name="Google Shape;977;p50">
              <a:extLst>
                <a:ext uri="{FF2B5EF4-FFF2-40B4-BE49-F238E27FC236}">
                  <a16:creationId xmlns:a16="http://schemas.microsoft.com/office/drawing/2014/main" id="{0300CCD4-8B9D-2B47-0683-1C12A8EB0CBB}"/>
                </a:ext>
              </a:extLst>
            </p:cNvPr>
            <p:cNvGrpSpPr/>
            <p:nvPr/>
          </p:nvGrpSpPr>
          <p:grpSpPr>
            <a:xfrm>
              <a:off x="713229" y="1822769"/>
              <a:ext cx="1518366" cy="2906074"/>
              <a:chOff x="713229" y="1822769"/>
              <a:chExt cx="1518366" cy="2906074"/>
            </a:xfrm>
          </p:grpSpPr>
          <p:sp>
            <p:nvSpPr>
              <p:cNvPr id="40" name="Google Shape;978;p50">
                <a:extLst>
                  <a:ext uri="{FF2B5EF4-FFF2-40B4-BE49-F238E27FC236}">
                    <a16:creationId xmlns:a16="http://schemas.microsoft.com/office/drawing/2014/main" id="{1C84ECD1-F20C-B9A5-EB94-9D4320945F68}"/>
                  </a:ext>
                </a:extLst>
              </p:cNvPr>
              <p:cNvSpPr/>
              <p:nvPr/>
            </p:nvSpPr>
            <p:spPr>
              <a:xfrm flipH="1">
                <a:off x="1314454" y="4609655"/>
                <a:ext cx="270776" cy="119188"/>
              </a:xfrm>
              <a:custGeom>
                <a:avLst/>
                <a:gdLst/>
                <a:ahLst/>
                <a:cxnLst/>
                <a:rect l="l" t="t" r="r" b="b"/>
                <a:pathLst>
                  <a:path w="5123" h="2255" extrusionOk="0">
                    <a:moveTo>
                      <a:pt x="2462" y="1"/>
                    </a:moveTo>
                    <a:cubicBezTo>
                      <a:pt x="2462" y="1"/>
                      <a:pt x="2093" y="772"/>
                      <a:pt x="1605" y="980"/>
                    </a:cubicBezTo>
                    <a:cubicBezTo>
                      <a:pt x="1117" y="1187"/>
                      <a:pt x="1" y="1255"/>
                      <a:pt x="1" y="2255"/>
                    </a:cubicBezTo>
                    <a:lnTo>
                      <a:pt x="4643" y="2255"/>
                    </a:lnTo>
                    <a:cubicBezTo>
                      <a:pt x="4953" y="2255"/>
                      <a:pt x="5123" y="2028"/>
                      <a:pt x="5123" y="1810"/>
                    </a:cubicBezTo>
                    <a:lnTo>
                      <a:pt x="50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79;p50">
                <a:extLst>
                  <a:ext uri="{FF2B5EF4-FFF2-40B4-BE49-F238E27FC236}">
                    <a16:creationId xmlns:a16="http://schemas.microsoft.com/office/drawing/2014/main" id="{ED882DDC-C0AB-7A84-45F3-6B831B6B77CF}"/>
                  </a:ext>
                </a:extLst>
              </p:cNvPr>
              <p:cNvSpPr/>
              <p:nvPr/>
            </p:nvSpPr>
            <p:spPr>
              <a:xfrm flipH="1">
                <a:off x="821317" y="4603418"/>
                <a:ext cx="248366" cy="125425"/>
              </a:xfrm>
              <a:custGeom>
                <a:avLst/>
                <a:gdLst/>
                <a:ahLst/>
                <a:cxnLst/>
                <a:rect l="l" t="t" r="r" b="b"/>
                <a:pathLst>
                  <a:path w="4699" h="2373" extrusionOk="0">
                    <a:moveTo>
                      <a:pt x="3901" y="0"/>
                    </a:moveTo>
                    <a:cubicBezTo>
                      <a:pt x="3369" y="0"/>
                      <a:pt x="2537" y="166"/>
                      <a:pt x="2062" y="166"/>
                    </a:cubicBezTo>
                    <a:cubicBezTo>
                      <a:pt x="1928" y="166"/>
                      <a:pt x="1822" y="153"/>
                      <a:pt x="1759" y="119"/>
                    </a:cubicBezTo>
                    <a:cubicBezTo>
                      <a:pt x="1759" y="119"/>
                      <a:pt x="1626" y="890"/>
                      <a:pt x="1138" y="1098"/>
                    </a:cubicBezTo>
                    <a:cubicBezTo>
                      <a:pt x="650" y="1305"/>
                      <a:pt x="15" y="1513"/>
                      <a:pt x="0" y="2373"/>
                    </a:cubicBezTo>
                    <a:lnTo>
                      <a:pt x="4176" y="2373"/>
                    </a:lnTo>
                    <a:cubicBezTo>
                      <a:pt x="4486" y="2373"/>
                      <a:pt x="4698" y="2182"/>
                      <a:pt x="4641" y="1827"/>
                    </a:cubicBezTo>
                    <a:lnTo>
                      <a:pt x="4371" y="119"/>
                    </a:lnTo>
                    <a:cubicBezTo>
                      <a:pt x="4305" y="31"/>
                      <a:pt x="4131" y="0"/>
                      <a:pt x="3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80;p50">
                <a:extLst>
                  <a:ext uri="{FF2B5EF4-FFF2-40B4-BE49-F238E27FC236}">
                    <a16:creationId xmlns:a16="http://schemas.microsoft.com/office/drawing/2014/main" id="{4FDA0E44-59F5-348A-9DEE-3C010B9684FA}"/>
                  </a:ext>
                </a:extLst>
              </p:cNvPr>
              <p:cNvSpPr/>
              <p:nvPr/>
            </p:nvSpPr>
            <p:spPr>
              <a:xfrm flipH="1">
                <a:off x="810746" y="3135740"/>
                <a:ext cx="777656" cy="1529624"/>
              </a:xfrm>
              <a:custGeom>
                <a:avLst/>
                <a:gdLst/>
                <a:ahLst/>
                <a:cxnLst/>
                <a:rect l="l" t="t" r="r" b="b"/>
                <a:pathLst>
                  <a:path w="14713" h="28940" extrusionOk="0">
                    <a:moveTo>
                      <a:pt x="818" y="1"/>
                    </a:moveTo>
                    <a:cubicBezTo>
                      <a:pt x="0" y="7531"/>
                      <a:pt x="795" y="18030"/>
                      <a:pt x="1839" y="28600"/>
                    </a:cubicBezTo>
                    <a:cubicBezTo>
                      <a:pt x="2897" y="28822"/>
                      <a:pt x="3678" y="28939"/>
                      <a:pt x="4269" y="28939"/>
                    </a:cubicBezTo>
                    <a:cubicBezTo>
                      <a:pt x="4690" y="28939"/>
                      <a:pt x="5015" y="28880"/>
                      <a:pt x="5276" y="28756"/>
                    </a:cubicBezTo>
                    <a:cubicBezTo>
                      <a:pt x="6012" y="19225"/>
                      <a:pt x="6673" y="10162"/>
                      <a:pt x="6636" y="4786"/>
                    </a:cubicBezTo>
                    <a:lnTo>
                      <a:pt x="7038" y="4755"/>
                    </a:lnTo>
                    <a:cubicBezTo>
                      <a:pt x="7855" y="12145"/>
                      <a:pt x="8945" y="20756"/>
                      <a:pt x="11094" y="28650"/>
                    </a:cubicBezTo>
                    <a:cubicBezTo>
                      <a:pt x="12102" y="28786"/>
                      <a:pt x="12830" y="28840"/>
                      <a:pt x="13374" y="28840"/>
                    </a:cubicBezTo>
                    <a:cubicBezTo>
                      <a:pt x="14036" y="28840"/>
                      <a:pt x="14425" y="28760"/>
                      <a:pt x="14713" y="28650"/>
                    </a:cubicBezTo>
                    <a:cubicBezTo>
                      <a:pt x="14713" y="28650"/>
                      <a:pt x="13449" y="3969"/>
                      <a:pt x="115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81;p50">
                <a:extLst>
                  <a:ext uri="{FF2B5EF4-FFF2-40B4-BE49-F238E27FC236}">
                    <a16:creationId xmlns:a16="http://schemas.microsoft.com/office/drawing/2014/main" id="{38F73573-FF90-F4F2-DF22-257465782119}"/>
                  </a:ext>
                </a:extLst>
              </p:cNvPr>
              <p:cNvSpPr/>
              <p:nvPr/>
            </p:nvSpPr>
            <p:spPr>
              <a:xfrm flipH="1">
                <a:off x="1073541" y="3341135"/>
                <a:ext cx="224845" cy="51904"/>
              </a:xfrm>
              <a:custGeom>
                <a:avLst/>
                <a:gdLst/>
                <a:ahLst/>
                <a:cxnLst/>
                <a:rect l="l" t="t" r="r" b="b"/>
                <a:pathLst>
                  <a:path w="4254" h="982" extrusionOk="0">
                    <a:moveTo>
                      <a:pt x="4158" y="0"/>
                    </a:moveTo>
                    <a:cubicBezTo>
                      <a:pt x="4145" y="8"/>
                      <a:pt x="2985" y="817"/>
                      <a:pt x="829" y="817"/>
                    </a:cubicBezTo>
                    <a:cubicBezTo>
                      <a:pt x="572" y="817"/>
                      <a:pt x="300" y="806"/>
                      <a:pt x="15" y="780"/>
                    </a:cubicBezTo>
                    <a:lnTo>
                      <a:pt x="0" y="943"/>
                    </a:lnTo>
                    <a:cubicBezTo>
                      <a:pt x="299" y="970"/>
                      <a:pt x="581" y="982"/>
                      <a:pt x="849" y="982"/>
                    </a:cubicBezTo>
                    <a:cubicBezTo>
                      <a:pt x="3041" y="982"/>
                      <a:pt x="4199" y="171"/>
                      <a:pt x="4253" y="132"/>
                    </a:cubicBezTo>
                    <a:lnTo>
                      <a:pt x="4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82;p50">
                <a:extLst>
                  <a:ext uri="{FF2B5EF4-FFF2-40B4-BE49-F238E27FC236}">
                    <a16:creationId xmlns:a16="http://schemas.microsoft.com/office/drawing/2014/main" id="{43A47C2C-50F6-D426-C531-79C501B7F65F}"/>
                  </a:ext>
                </a:extLst>
              </p:cNvPr>
              <p:cNvSpPr/>
              <p:nvPr/>
            </p:nvSpPr>
            <p:spPr>
              <a:xfrm flipH="1">
                <a:off x="1977097" y="2329226"/>
                <a:ext cx="254497" cy="312796"/>
              </a:xfrm>
              <a:custGeom>
                <a:avLst/>
                <a:gdLst/>
                <a:ahLst/>
                <a:cxnLst/>
                <a:rect l="l" t="t" r="r" b="b"/>
                <a:pathLst>
                  <a:path w="4815" h="5918" extrusionOk="0">
                    <a:moveTo>
                      <a:pt x="1259" y="0"/>
                    </a:moveTo>
                    <a:cubicBezTo>
                      <a:pt x="1021" y="0"/>
                      <a:pt x="872" y="243"/>
                      <a:pt x="1020" y="475"/>
                    </a:cubicBezTo>
                    <a:cubicBezTo>
                      <a:pt x="965" y="417"/>
                      <a:pt x="901" y="392"/>
                      <a:pt x="837" y="392"/>
                    </a:cubicBezTo>
                    <a:cubicBezTo>
                      <a:pt x="606" y="392"/>
                      <a:pt x="384" y="727"/>
                      <a:pt x="663" y="1076"/>
                    </a:cubicBezTo>
                    <a:cubicBezTo>
                      <a:pt x="608" y="1019"/>
                      <a:pt x="527" y="989"/>
                      <a:pt x="446" y="989"/>
                    </a:cubicBezTo>
                    <a:cubicBezTo>
                      <a:pt x="226" y="989"/>
                      <a:pt x="1" y="1204"/>
                      <a:pt x="260" y="1670"/>
                    </a:cubicBezTo>
                    <a:cubicBezTo>
                      <a:pt x="299" y="1735"/>
                      <a:pt x="483" y="2022"/>
                      <a:pt x="479" y="2022"/>
                    </a:cubicBezTo>
                    <a:cubicBezTo>
                      <a:pt x="478" y="2022"/>
                      <a:pt x="476" y="2019"/>
                      <a:pt x="472" y="2013"/>
                    </a:cubicBezTo>
                    <a:cubicBezTo>
                      <a:pt x="452" y="1990"/>
                      <a:pt x="424" y="1979"/>
                      <a:pt x="393" y="1979"/>
                    </a:cubicBezTo>
                    <a:cubicBezTo>
                      <a:pt x="242" y="1979"/>
                      <a:pt x="13" y="2229"/>
                      <a:pt x="262" y="2644"/>
                    </a:cubicBezTo>
                    <a:cubicBezTo>
                      <a:pt x="262" y="2644"/>
                      <a:pt x="1293" y="4671"/>
                      <a:pt x="2065" y="5216"/>
                    </a:cubicBezTo>
                    <a:cubicBezTo>
                      <a:pt x="2179" y="5296"/>
                      <a:pt x="2809" y="5917"/>
                      <a:pt x="3523" y="5917"/>
                    </a:cubicBezTo>
                    <a:cubicBezTo>
                      <a:pt x="3757" y="5917"/>
                      <a:pt x="3999" y="5851"/>
                      <a:pt x="4236" y="5678"/>
                    </a:cubicBezTo>
                    <a:cubicBezTo>
                      <a:pt x="4814" y="5253"/>
                      <a:pt x="4813" y="4496"/>
                      <a:pt x="4721" y="3960"/>
                    </a:cubicBezTo>
                    <a:cubicBezTo>
                      <a:pt x="4668" y="3648"/>
                      <a:pt x="4596" y="2818"/>
                      <a:pt x="3979" y="1684"/>
                    </a:cubicBezTo>
                    <a:lnTo>
                      <a:pt x="3538" y="2132"/>
                    </a:lnTo>
                    <a:cubicBezTo>
                      <a:pt x="3623" y="2366"/>
                      <a:pt x="3702" y="2561"/>
                      <a:pt x="3621" y="2631"/>
                    </a:cubicBezTo>
                    <a:cubicBezTo>
                      <a:pt x="3621" y="2631"/>
                      <a:pt x="1898" y="433"/>
                      <a:pt x="1649" y="206"/>
                    </a:cubicBezTo>
                    <a:cubicBezTo>
                      <a:pt x="1514" y="59"/>
                      <a:pt x="1376" y="0"/>
                      <a:pt x="1259" y="0"/>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83;p50">
                <a:extLst>
                  <a:ext uri="{FF2B5EF4-FFF2-40B4-BE49-F238E27FC236}">
                    <a16:creationId xmlns:a16="http://schemas.microsoft.com/office/drawing/2014/main" id="{9FCEB759-D55B-89F8-7ABF-84F93B6746F0}"/>
                  </a:ext>
                </a:extLst>
              </p:cNvPr>
              <p:cNvSpPr/>
              <p:nvPr/>
            </p:nvSpPr>
            <p:spPr>
              <a:xfrm flipH="1">
                <a:off x="2149193" y="2434618"/>
                <a:ext cx="60783" cy="74843"/>
              </a:xfrm>
              <a:custGeom>
                <a:avLst/>
                <a:gdLst/>
                <a:ahLst/>
                <a:cxnLst/>
                <a:rect l="l" t="t" r="r" b="b"/>
                <a:pathLst>
                  <a:path w="1150" h="1416" extrusionOk="0">
                    <a:moveTo>
                      <a:pt x="129" y="0"/>
                    </a:moveTo>
                    <a:lnTo>
                      <a:pt x="0" y="101"/>
                    </a:lnTo>
                    <a:lnTo>
                      <a:pt x="1021" y="1416"/>
                    </a:lnTo>
                    <a:lnTo>
                      <a:pt x="1149" y="131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84;p50">
                <a:extLst>
                  <a:ext uri="{FF2B5EF4-FFF2-40B4-BE49-F238E27FC236}">
                    <a16:creationId xmlns:a16="http://schemas.microsoft.com/office/drawing/2014/main" id="{837EE5E2-CE7A-426C-954C-625872B79D87}"/>
                  </a:ext>
                </a:extLst>
              </p:cNvPr>
              <p:cNvSpPr/>
              <p:nvPr/>
            </p:nvSpPr>
            <p:spPr>
              <a:xfrm flipH="1">
                <a:off x="2125356" y="2384406"/>
                <a:ext cx="75160" cy="99949"/>
              </a:xfrm>
              <a:custGeom>
                <a:avLst/>
                <a:gdLst/>
                <a:ahLst/>
                <a:cxnLst/>
                <a:rect l="l" t="t" r="r" b="b"/>
                <a:pathLst>
                  <a:path w="1422" h="1891" extrusionOk="0">
                    <a:moveTo>
                      <a:pt x="134" y="0"/>
                    </a:moveTo>
                    <a:lnTo>
                      <a:pt x="1" y="96"/>
                    </a:lnTo>
                    <a:lnTo>
                      <a:pt x="1289" y="1890"/>
                    </a:lnTo>
                    <a:lnTo>
                      <a:pt x="1421" y="1795"/>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85;p50">
                <a:extLst>
                  <a:ext uri="{FF2B5EF4-FFF2-40B4-BE49-F238E27FC236}">
                    <a16:creationId xmlns:a16="http://schemas.microsoft.com/office/drawing/2014/main" id="{FE966103-EBF5-4212-9C0F-9F6C4A1D524C}"/>
                  </a:ext>
                </a:extLst>
              </p:cNvPr>
              <p:cNvSpPr/>
              <p:nvPr/>
            </p:nvSpPr>
            <p:spPr>
              <a:xfrm flipH="1">
                <a:off x="2096021" y="2352006"/>
                <a:ext cx="84674" cy="108406"/>
              </a:xfrm>
              <a:custGeom>
                <a:avLst/>
                <a:gdLst/>
                <a:ahLst/>
                <a:cxnLst/>
                <a:rect l="l" t="t" r="r" b="b"/>
                <a:pathLst>
                  <a:path w="1602" h="2051" extrusionOk="0">
                    <a:moveTo>
                      <a:pt x="131" y="0"/>
                    </a:moveTo>
                    <a:lnTo>
                      <a:pt x="1" y="99"/>
                    </a:lnTo>
                    <a:lnTo>
                      <a:pt x="1471" y="2050"/>
                    </a:lnTo>
                    <a:lnTo>
                      <a:pt x="1602" y="1952"/>
                    </a:lnTo>
                    <a:lnTo>
                      <a:pt x="1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86;p50">
                <a:extLst>
                  <a:ext uri="{FF2B5EF4-FFF2-40B4-BE49-F238E27FC236}">
                    <a16:creationId xmlns:a16="http://schemas.microsoft.com/office/drawing/2014/main" id="{353A6700-912C-424B-268B-E40B17D2076E}"/>
                  </a:ext>
                </a:extLst>
              </p:cNvPr>
              <p:cNvSpPr/>
              <p:nvPr/>
            </p:nvSpPr>
            <p:spPr>
              <a:xfrm flipH="1">
                <a:off x="1937826" y="2521565"/>
                <a:ext cx="170087" cy="160256"/>
              </a:xfrm>
              <a:custGeom>
                <a:avLst/>
                <a:gdLst/>
                <a:ahLst/>
                <a:cxnLst/>
                <a:rect l="l" t="t" r="r" b="b"/>
                <a:pathLst>
                  <a:path w="3218" h="3032" extrusionOk="0">
                    <a:moveTo>
                      <a:pt x="2426" y="0"/>
                    </a:moveTo>
                    <a:cubicBezTo>
                      <a:pt x="1306" y="370"/>
                      <a:pt x="525" y="1057"/>
                      <a:pt x="0" y="1983"/>
                    </a:cubicBezTo>
                    <a:cubicBezTo>
                      <a:pt x="0" y="1983"/>
                      <a:pt x="872" y="2978"/>
                      <a:pt x="886" y="3032"/>
                    </a:cubicBezTo>
                    <a:lnTo>
                      <a:pt x="3217" y="1108"/>
                    </a:lnTo>
                    <a:lnTo>
                      <a:pt x="24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87;p50">
                <a:extLst>
                  <a:ext uri="{FF2B5EF4-FFF2-40B4-BE49-F238E27FC236}">
                    <a16:creationId xmlns:a16="http://schemas.microsoft.com/office/drawing/2014/main" id="{9F3EF150-A6B0-64C7-A7DB-388B530B57E2}"/>
                  </a:ext>
                </a:extLst>
              </p:cNvPr>
              <p:cNvSpPr/>
              <p:nvPr/>
            </p:nvSpPr>
            <p:spPr>
              <a:xfrm flipH="1">
                <a:off x="1326347" y="2395770"/>
                <a:ext cx="539650" cy="618826"/>
              </a:xfrm>
              <a:custGeom>
                <a:avLst/>
                <a:gdLst/>
                <a:ahLst/>
                <a:cxnLst/>
                <a:rect l="l" t="t" r="r" b="b"/>
                <a:pathLst>
                  <a:path w="10210" h="11708" extrusionOk="0">
                    <a:moveTo>
                      <a:pt x="7763" y="0"/>
                    </a:moveTo>
                    <a:cubicBezTo>
                      <a:pt x="7025" y="0"/>
                      <a:pt x="6348" y="362"/>
                      <a:pt x="5928" y="940"/>
                    </a:cubicBezTo>
                    <a:lnTo>
                      <a:pt x="5926" y="940"/>
                    </a:lnTo>
                    <a:lnTo>
                      <a:pt x="777" y="8109"/>
                    </a:lnTo>
                    <a:lnTo>
                      <a:pt x="778" y="8110"/>
                    </a:lnTo>
                    <a:cubicBezTo>
                      <a:pt x="474" y="8413"/>
                      <a:pt x="257" y="8811"/>
                      <a:pt x="183" y="9268"/>
                    </a:cubicBezTo>
                    <a:cubicBezTo>
                      <a:pt x="0" y="10416"/>
                      <a:pt x="780" y="11496"/>
                      <a:pt x="1926" y="11681"/>
                    </a:cubicBezTo>
                    <a:cubicBezTo>
                      <a:pt x="2038" y="11699"/>
                      <a:pt x="2150" y="11707"/>
                      <a:pt x="2260" y="11707"/>
                    </a:cubicBezTo>
                    <a:cubicBezTo>
                      <a:pt x="2850" y="11707"/>
                      <a:pt x="3399" y="11457"/>
                      <a:pt x="3788" y="11043"/>
                    </a:cubicBezTo>
                    <a:lnTo>
                      <a:pt x="3789" y="11042"/>
                    </a:lnTo>
                    <a:cubicBezTo>
                      <a:pt x="3869" y="10957"/>
                      <a:pt x="3940" y="10865"/>
                      <a:pt x="4005" y="10766"/>
                    </a:cubicBezTo>
                    <a:lnTo>
                      <a:pt x="9476" y="3784"/>
                    </a:lnTo>
                    <a:lnTo>
                      <a:pt x="9475" y="3782"/>
                    </a:lnTo>
                    <a:cubicBezTo>
                      <a:pt x="9747" y="3471"/>
                      <a:pt x="9941" y="3081"/>
                      <a:pt x="10011" y="2641"/>
                    </a:cubicBezTo>
                    <a:cubicBezTo>
                      <a:pt x="10210" y="1398"/>
                      <a:pt x="9365" y="228"/>
                      <a:pt x="8125" y="29"/>
                    </a:cubicBezTo>
                    <a:cubicBezTo>
                      <a:pt x="8003" y="10"/>
                      <a:pt x="7883" y="0"/>
                      <a:pt x="77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88;p50">
                <a:extLst>
                  <a:ext uri="{FF2B5EF4-FFF2-40B4-BE49-F238E27FC236}">
                    <a16:creationId xmlns:a16="http://schemas.microsoft.com/office/drawing/2014/main" id="{0B392427-2405-2806-0B60-23EEBFD4DB95}"/>
                  </a:ext>
                </a:extLst>
              </p:cNvPr>
              <p:cNvSpPr/>
              <p:nvPr/>
            </p:nvSpPr>
            <p:spPr>
              <a:xfrm flipH="1">
                <a:off x="1635707" y="2560466"/>
                <a:ext cx="444511" cy="454130"/>
              </a:xfrm>
              <a:custGeom>
                <a:avLst/>
                <a:gdLst/>
                <a:ahLst/>
                <a:cxnLst/>
                <a:rect l="l" t="t" r="r" b="b"/>
                <a:pathLst>
                  <a:path w="8410" h="8592" extrusionOk="0">
                    <a:moveTo>
                      <a:pt x="2612" y="1"/>
                    </a:moveTo>
                    <a:cubicBezTo>
                      <a:pt x="1676" y="251"/>
                      <a:pt x="412" y="1257"/>
                      <a:pt x="1" y="2111"/>
                    </a:cubicBezTo>
                    <a:lnTo>
                      <a:pt x="2" y="2110"/>
                    </a:lnTo>
                    <a:cubicBezTo>
                      <a:pt x="2" y="2110"/>
                      <a:pt x="4252" y="7642"/>
                      <a:pt x="4852" y="8045"/>
                    </a:cubicBezTo>
                    <a:cubicBezTo>
                      <a:pt x="5215" y="8349"/>
                      <a:pt x="5751" y="8564"/>
                      <a:pt x="6136" y="8587"/>
                    </a:cubicBezTo>
                    <a:cubicBezTo>
                      <a:pt x="6179" y="8590"/>
                      <a:pt x="6222" y="8591"/>
                      <a:pt x="6265" y="8591"/>
                    </a:cubicBezTo>
                    <a:cubicBezTo>
                      <a:pt x="7367" y="8591"/>
                      <a:pt x="8292" y="7731"/>
                      <a:pt x="8360" y="6613"/>
                    </a:cubicBezTo>
                    <a:cubicBezTo>
                      <a:pt x="8410" y="5805"/>
                      <a:pt x="7349" y="4682"/>
                      <a:pt x="7349" y="4682"/>
                    </a:cubicBezTo>
                    <a:lnTo>
                      <a:pt x="26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89;p50">
                <a:extLst>
                  <a:ext uri="{FF2B5EF4-FFF2-40B4-BE49-F238E27FC236}">
                    <a16:creationId xmlns:a16="http://schemas.microsoft.com/office/drawing/2014/main" id="{FD852BE1-EC18-FE29-5CEA-6DB5EFFDF7FB}"/>
                  </a:ext>
                </a:extLst>
              </p:cNvPr>
              <p:cNvSpPr/>
              <p:nvPr/>
            </p:nvSpPr>
            <p:spPr>
              <a:xfrm flipH="1">
                <a:off x="1733119" y="2726589"/>
                <a:ext cx="46301" cy="57665"/>
              </a:xfrm>
              <a:custGeom>
                <a:avLst/>
                <a:gdLst/>
                <a:ahLst/>
                <a:cxnLst/>
                <a:rect l="l" t="t" r="r" b="b"/>
                <a:pathLst>
                  <a:path w="876" h="1091" extrusionOk="0">
                    <a:moveTo>
                      <a:pt x="309" y="0"/>
                    </a:moveTo>
                    <a:lnTo>
                      <a:pt x="1" y="873"/>
                    </a:lnTo>
                    <a:lnTo>
                      <a:pt x="154" y="928"/>
                    </a:lnTo>
                    <a:lnTo>
                      <a:pt x="343" y="394"/>
                    </a:lnTo>
                    <a:lnTo>
                      <a:pt x="734" y="1091"/>
                    </a:lnTo>
                    <a:lnTo>
                      <a:pt x="876" y="1011"/>
                    </a:lnTo>
                    <a:lnTo>
                      <a:pt x="3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90;p50">
                <a:extLst>
                  <a:ext uri="{FF2B5EF4-FFF2-40B4-BE49-F238E27FC236}">
                    <a16:creationId xmlns:a16="http://schemas.microsoft.com/office/drawing/2014/main" id="{A9C006FA-C83A-30C6-4C3B-B2A725CF2FCE}"/>
                  </a:ext>
                </a:extLst>
              </p:cNvPr>
              <p:cNvSpPr/>
              <p:nvPr/>
            </p:nvSpPr>
            <p:spPr>
              <a:xfrm flipH="1">
                <a:off x="1101607" y="2117436"/>
                <a:ext cx="185891" cy="446360"/>
              </a:xfrm>
              <a:custGeom>
                <a:avLst/>
                <a:gdLst/>
                <a:ahLst/>
                <a:cxnLst/>
                <a:rect l="l" t="t" r="r" b="b"/>
                <a:pathLst>
                  <a:path w="3517" h="8445" extrusionOk="0">
                    <a:moveTo>
                      <a:pt x="0" y="1"/>
                    </a:moveTo>
                    <a:lnTo>
                      <a:pt x="0" y="8444"/>
                    </a:lnTo>
                    <a:lnTo>
                      <a:pt x="3517" y="8444"/>
                    </a:lnTo>
                    <a:lnTo>
                      <a:pt x="3517" y="1"/>
                    </a:ln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91;p50">
                <a:extLst>
                  <a:ext uri="{FF2B5EF4-FFF2-40B4-BE49-F238E27FC236}">
                    <a16:creationId xmlns:a16="http://schemas.microsoft.com/office/drawing/2014/main" id="{ECD142BE-738A-CE6F-3C7E-11E53B7B9D0C}"/>
                  </a:ext>
                </a:extLst>
              </p:cNvPr>
              <p:cNvSpPr/>
              <p:nvPr/>
            </p:nvSpPr>
            <p:spPr>
              <a:xfrm flipH="1">
                <a:off x="1155889" y="1904958"/>
                <a:ext cx="273947" cy="388061"/>
              </a:xfrm>
              <a:custGeom>
                <a:avLst/>
                <a:gdLst/>
                <a:ahLst/>
                <a:cxnLst/>
                <a:rect l="l" t="t" r="r" b="b"/>
                <a:pathLst>
                  <a:path w="5183" h="7342" extrusionOk="0">
                    <a:moveTo>
                      <a:pt x="789" y="1"/>
                    </a:moveTo>
                    <a:cubicBezTo>
                      <a:pt x="650" y="1"/>
                      <a:pt x="573" y="127"/>
                      <a:pt x="573" y="474"/>
                    </a:cubicBezTo>
                    <a:lnTo>
                      <a:pt x="573" y="2683"/>
                    </a:lnTo>
                    <a:cubicBezTo>
                      <a:pt x="350" y="3254"/>
                      <a:pt x="0" y="4182"/>
                      <a:pt x="122" y="4414"/>
                    </a:cubicBezTo>
                    <a:cubicBezTo>
                      <a:pt x="243" y="4647"/>
                      <a:pt x="573" y="4714"/>
                      <a:pt x="573" y="4714"/>
                    </a:cubicBezTo>
                    <a:cubicBezTo>
                      <a:pt x="584" y="6835"/>
                      <a:pt x="1610" y="7341"/>
                      <a:pt x="2878" y="7341"/>
                    </a:cubicBezTo>
                    <a:cubicBezTo>
                      <a:pt x="4146" y="7341"/>
                      <a:pt x="5183" y="6301"/>
                      <a:pt x="5183" y="5030"/>
                    </a:cubicBezTo>
                    <a:lnTo>
                      <a:pt x="5183" y="3205"/>
                    </a:lnTo>
                    <a:cubicBezTo>
                      <a:pt x="5183" y="1934"/>
                      <a:pt x="4146" y="894"/>
                      <a:pt x="2878" y="894"/>
                    </a:cubicBezTo>
                    <a:cubicBezTo>
                      <a:pt x="1956" y="894"/>
                      <a:pt x="1157" y="1"/>
                      <a:pt x="789" y="1"/>
                    </a:cubicBezTo>
                    <a:close/>
                  </a:path>
                </a:pathLst>
              </a:custGeom>
              <a:solidFill>
                <a:srgbClr val="A7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992;p50">
                <a:extLst>
                  <a:ext uri="{FF2B5EF4-FFF2-40B4-BE49-F238E27FC236}">
                    <a16:creationId xmlns:a16="http://schemas.microsoft.com/office/drawing/2014/main" id="{EFED5A49-8398-9CD4-77A9-E32AE8A58830}"/>
                  </a:ext>
                </a:extLst>
              </p:cNvPr>
              <p:cNvSpPr/>
              <p:nvPr/>
            </p:nvSpPr>
            <p:spPr>
              <a:xfrm flipH="1">
                <a:off x="994840" y="1822769"/>
                <a:ext cx="436635" cy="403601"/>
              </a:xfrm>
              <a:custGeom>
                <a:avLst/>
                <a:gdLst/>
                <a:ahLst/>
                <a:cxnLst/>
                <a:rect l="l" t="t" r="r" b="b"/>
                <a:pathLst>
                  <a:path w="8261" h="7636" extrusionOk="0">
                    <a:moveTo>
                      <a:pt x="2469" y="1"/>
                    </a:moveTo>
                    <a:cubicBezTo>
                      <a:pt x="1434" y="1"/>
                      <a:pt x="547" y="384"/>
                      <a:pt x="304" y="1075"/>
                    </a:cubicBezTo>
                    <a:cubicBezTo>
                      <a:pt x="0" y="2419"/>
                      <a:pt x="859" y="2862"/>
                      <a:pt x="2022" y="3097"/>
                    </a:cubicBezTo>
                    <a:cubicBezTo>
                      <a:pt x="2041" y="3726"/>
                      <a:pt x="1940" y="4333"/>
                      <a:pt x="2291" y="4885"/>
                    </a:cubicBezTo>
                    <a:cubicBezTo>
                      <a:pt x="2296" y="4383"/>
                      <a:pt x="2662" y="4070"/>
                      <a:pt x="3031" y="4070"/>
                    </a:cubicBezTo>
                    <a:cubicBezTo>
                      <a:pt x="3204" y="4070"/>
                      <a:pt x="3377" y="4139"/>
                      <a:pt x="3515" y="4289"/>
                    </a:cubicBezTo>
                    <a:cubicBezTo>
                      <a:pt x="3936" y="4852"/>
                      <a:pt x="3793" y="5706"/>
                      <a:pt x="3031" y="6257"/>
                    </a:cubicBezTo>
                    <a:cubicBezTo>
                      <a:pt x="4064" y="7504"/>
                      <a:pt x="4960" y="7636"/>
                      <a:pt x="6242" y="7636"/>
                    </a:cubicBezTo>
                    <a:cubicBezTo>
                      <a:pt x="7053" y="5483"/>
                      <a:pt x="8261" y="2947"/>
                      <a:pt x="6227" y="2215"/>
                    </a:cubicBezTo>
                    <a:cubicBezTo>
                      <a:pt x="5490" y="680"/>
                      <a:pt x="3848" y="1"/>
                      <a:pt x="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993;p50">
                <a:extLst>
                  <a:ext uri="{FF2B5EF4-FFF2-40B4-BE49-F238E27FC236}">
                    <a16:creationId xmlns:a16="http://schemas.microsoft.com/office/drawing/2014/main" id="{0C09261A-CEFF-B8C8-A5AB-E6457A16AB09}"/>
                  </a:ext>
                </a:extLst>
              </p:cNvPr>
              <p:cNvSpPr/>
              <p:nvPr/>
            </p:nvSpPr>
            <p:spPr>
              <a:xfrm flipH="1">
                <a:off x="1283270" y="2251317"/>
                <a:ext cx="8721" cy="41703"/>
              </a:xfrm>
              <a:custGeom>
                <a:avLst/>
                <a:gdLst/>
                <a:ahLst/>
                <a:cxnLst/>
                <a:rect l="l" t="t" r="r" b="b"/>
                <a:pathLst>
                  <a:path w="165" h="789" extrusionOk="0">
                    <a:moveTo>
                      <a:pt x="0" y="0"/>
                    </a:moveTo>
                    <a:lnTo>
                      <a:pt x="0" y="788"/>
                    </a:lnTo>
                    <a:lnTo>
                      <a:pt x="164" y="788"/>
                    </a:lnTo>
                    <a:lnTo>
                      <a:pt x="1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994;p50">
                <a:extLst>
                  <a:ext uri="{FF2B5EF4-FFF2-40B4-BE49-F238E27FC236}">
                    <a16:creationId xmlns:a16="http://schemas.microsoft.com/office/drawing/2014/main" id="{51F75D92-0D72-26A0-575D-2982016E5732}"/>
                  </a:ext>
                </a:extLst>
              </p:cNvPr>
              <p:cNvSpPr/>
              <p:nvPr/>
            </p:nvSpPr>
            <p:spPr>
              <a:xfrm flipH="1">
                <a:off x="1251768" y="2065479"/>
                <a:ext cx="28489" cy="57295"/>
              </a:xfrm>
              <a:custGeom>
                <a:avLst/>
                <a:gdLst/>
                <a:ahLst/>
                <a:cxnLst/>
                <a:rect l="l" t="t" r="r" b="b"/>
                <a:pathLst>
                  <a:path w="539" h="1084" extrusionOk="0">
                    <a:moveTo>
                      <a:pt x="348" y="1"/>
                    </a:moveTo>
                    <a:lnTo>
                      <a:pt x="202" y="72"/>
                    </a:lnTo>
                    <a:cubicBezTo>
                      <a:pt x="204" y="75"/>
                      <a:pt x="361" y="408"/>
                      <a:pt x="263" y="674"/>
                    </a:cubicBezTo>
                    <a:cubicBezTo>
                      <a:pt x="219" y="791"/>
                      <a:pt x="134" y="875"/>
                      <a:pt x="1" y="934"/>
                    </a:cubicBezTo>
                    <a:lnTo>
                      <a:pt x="65" y="1083"/>
                    </a:lnTo>
                    <a:cubicBezTo>
                      <a:pt x="238" y="1008"/>
                      <a:pt x="356" y="890"/>
                      <a:pt x="416" y="731"/>
                    </a:cubicBezTo>
                    <a:cubicBezTo>
                      <a:pt x="539" y="401"/>
                      <a:pt x="356" y="16"/>
                      <a:pt x="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995;p50">
                <a:extLst>
                  <a:ext uri="{FF2B5EF4-FFF2-40B4-BE49-F238E27FC236}">
                    <a16:creationId xmlns:a16="http://schemas.microsoft.com/office/drawing/2014/main" id="{07AE673A-D61C-0E97-6A33-453DC34A49BD}"/>
                  </a:ext>
                </a:extLst>
              </p:cNvPr>
              <p:cNvSpPr/>
              <p:nvPr/>
            </p:nvSpPr>
            <p:spPr>
              <a:xfrm flipH="1">
                <a:off x="1256049" y="2083344"/>
                <a:ext cx="40698" cy="15275"/>
              </a:xfrm>
              <a:custGeom>
                <a:avLst/>
                <a:gdLst/>
                <a:ahLst/>
                <a:cxnLst/>
                <a:rect l="l" t="t" r="r" b="b"/>
                <a:pathLst>
                  <a:path w="770" h="289" extrusionOk="0">
                    <a:moveTo>
                      <a:pt x="386" y="1"/>
                    </a:moveTo>
                    <a:cubicBezTo>
                      <a:pt x="224" y="1"/>
                      <a:pt x="94" y="82"/>
                      <a:pt x="0" y="169"/>
                    </a:cubicBezTo>
                    <a:lnTo>
                      <a:pt x="112" y="288"/>
                    </a:lnTo>
                    <a:cubicBezTo>
                      <a:pt x="212" y="194"/>
                      <a:pt x="307" y="164"/>
                      <a:pt x="390" y="164"/>
                    </a:cubicBezTo>
                    <a:cubicBezTo>
                      <a:pt x="501" y="164"/>
                      <a:pt x="587" y="219"/>
                      <a:pt x="627" y="244"/>
                    </a:cubicBezTo>
                    <a:lnTo>
                      <a:pt x="722" y="258"/>
                    </a:lnTo>
                    <a:lnTo>
                      <a:pt x="770" y="198"/>
                    </a:lnTo>
                    <a:lnTo>
                      <a:pt x="608" y="170"/>
                    </a:lnTo>
                    <a:cubicBezTo>
                      <a:pt x="613" y="145"/>
                      <a:pt x="629" y="122"/>
                      <a:pt x="654" y="111"/>
                    </a:cubicBezTo>
                    <a:lnTo>
                      <a:pt x="683" y="183"/>
                    </a:lnTo>
                    <a:lnTo>
                      <a:pt x="714" y="106"/>
                    </a:lnTo>
                    <a:cubicBezTo>
                      <a:pt x="594" y="30"/>
                      <a:pt x="484" y="1"/>
                      <a:pt x="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996;p50">
                <a:extLst>
                  <a:ext uri="{FF2B5EF4-FFF2-40B4-BE49-F238E27FC236}">
                    <a16:creationId xmlns:a16="http://schemas.microsoft.com/office/drawing/2014/main" id="{F1B26353-509C-A4DE-FD73-1698D504729F}"/>
                  </a:ext>
                </a:extLst>
              </p:cNvPr>
              <p:cNvSpPr/>
              <p:nvPr/>
            </p:nvSpPr>
            <p:spPr>
              <a:xfrm flipH="1">
                <a:off x="1359275" y="2158240"/>
                <a:ext cx="31766" cy="24525"/>
              </a:xfrm>
              <a:custGeom>
                <a:avLst/>
                <a:gdLst/>
                <a:ahLst/>
                <a:cxnLst/>
                <a:rect l="l" t="t" r="r" b="b"/>
                <a:pathLst>
                  <a:path w="601" h="464" extrusionOk="0">
                    <a:moveTo>
                      <a:pt x="446" y="0"/>
                    </a:moveTo>
                    <a:cubicBezTo>
                      <a:pt x="353" y="269"/>
                      <a:pt x="4" y="301"/>
                      <a:pt x="1" y="302"/>
                    </a:cubicBezTo>
                    <a:lnTo>
                      <a:pt x="13" y="464"/>
                    </a:lnTo>
                    <a:cubicBezTo>
                      <a:pt x="32" y="463"/>
                      <a:pt x="472" y="424"/>
                      <a:pt x="600" y="54"/>
                    </a:cubicBezTo>
                    <a:lnTo>
                      <a:pt x="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997;p50">
                <a:extLst>
                  <a:ext uri="{FF2B5EF4-FFF2-40B4-BE49-F238E27FC236}">
                    <a16:creationId xmlns:a16="http://schemas.microsoft.com/office/drawing/2014/main" id="{9AC9FDAE-7691-20F7-3AE7-3B1E7C384C94}"/>
                  </a:ext>
                </a:extLst>
              </p:cNvPr>
              <p:cNvSpPr/>
              <p:nvPr/>
            </p:nvSpPr>
            <p:spPr>
              <a:xfrm flipH="1">
                <a:off x="1360332" y="2014580"/>
                <a:ext cx="37791" cy="18922"/>
              </a:xfrm>
              <a:custGeom>
                <a:avLst/>
                <a:gdLst/>
                <a:ahLst/>
                <a:cxnLst/>
                <a:rect l="l" t="t" r="r" b="b"/>
                <a:pathLst>
                  <a:path w="715" h="358" extrusionOk="0">
                    <a:moveTo>
                      <a:pt x="136" y="0"/>
                    </a:moveTo>
                    <a:cubicBezTo>
                      <a:pt x="57" y="0"/>
                      <a:pt x="6" y="13"/>
                      <a:pt x="1" y="14"/>
                    </a:cubicBezTo>
                    <a:lnTo>
                      <a:pt x="41" y="172"/>
                    </a:lnTo>
                    <a:cubicBezTo>
                      <a:pt x="44" y="171"/>
                      <a:pt x="80" y="162"/>
                      <a:pt x="136" y="162"/>
                    </a:cubicBezTo>
                    <a:cubicBezTo>
                      <a:pt x="243" y="162"/>
                      <a:pt x="424" y="192"/>
                      <a:pt x="605" y="357"/>
                    </a:cubicBezTo>
                    <a:lnTo>
                      <a:pt x="605" y="357"/>
                    </a:lnTo>
                    <a:lnTo>
                      <a:pt x="715" y="236"/>
                    </a:lnTo>
                    <a:cubicBezTo>
                      <a:pt x="497" y="38"/>
                      <a:pt x="274" y="0"/>
                      <a:pt x="136" y="0"/>
                    </a:cubicBezTo>
                    <a:close/>
                    <a:moveTo>
                      <a:pt x="605" y="357"/>
                    </a:moveTo>
                    <a:lnTo>
                      <a:pt x="604" y="357"/>
                    </a:lnTo>
                    <a:lnTo>
                      <a:pt x="605" y="357"/>
                    </a:lnTo>
                    <a:cubicBezTo>
                      <a:pt x="605" y="357"/>
                      <a:pt x="605" y="357"/>
                      <a:pt x="605" y="3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998;p50">
                <a:extLst>
                  <a:ext uri="{FF2B5EF4-FFF2-40B4-BE49-F238E27FC236}">
                    <a16:creationId xmlns:a16="http://schemas.microsoft.com/office/drawing/2014/main" id="{5F7E9D81-E104-678F-1D72-C0314CC11708}"/>
                  </a:ext>
                </a:extLst>
              </p:cNvPr>
              <p:cNvSpPr/>
              <p:nvPr/>
            </p:nvSpPr>
            <p:spPr>
              <a:xfrm flipH="1">
                <a:off x="1372330" y="2059612"/>
                <a:ext cx="15592" cy="15592"/>
              </a:xfrm>
              <a:custGeom>
                <a:avLst/>
                <a:gdLst/>
                <a:ahLst/>
                <a:cxnLst/>
                <a:rect l="l" t="t" r="r" b="b"/>
                <a:pathLst>
                  <a:path w="295" h="295" extrusionOk="0">
                    <a:moveTo>
                      <a:pt x="148" y="0"/>
                    </a:moveTo>
                    <a:cubicBezTo>
                      <a:pt x="66" y="0"/>
                      <a:pt x="0" y="66"/>
                      <a:pt x="0" y="147"/>
                    </a:cubicBezTo>
                    <a:cubicBezTo>
                      <a:pt x="0" y="229"/>
                      <a:pt x="66" y="294"/>
                      <a:pt x="148" y="294"/>
                    </a:cubicBezTo>
                    <a:cubicBezTo>
                      <a:pt x="229" y="294"/>
                      <a:pt x="294" y="229"/>
                      <a:pt x="294" y="147"/>
                    </a:cubicBezTo>
                    <a:cubicBezTo>
                      <a:pt x="294" y="66"/>
                      <a:pt x="229" y="0"/>
                      <a:pt x="1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999;p50">
                <a:extLst>
                  <a:ext uri="{FF2B5EF4-FFF2-40B4-BE49-F238E27FC236}">
                    <a16:creationId xmlns:a16="http://schemas.microsoft.com/office/drawing/2014/main" id="{62A8694B-4921-3B79-076A-6EAB4262F842}"/>
                  </a:ext>
                </a:extLst>
              </p:cNvPr>
              <p:cNvSpPr/>
              <p:nvPr/>
            </p:nvSpPr>
            <p:spPr>
              <a:xfrm flipH="1">
                <a:off x="721315" y="2395770"/>
                <a:ext cx="407248" cy="687485"/>
              </a:xfrm>
              <a:custGeom>
                <a:avLst/>
                <a:gdLst/>
                <a:ahLst/>
                <a:cxnLst/>
                <a:rect l="l" t="t" r="r" b="b"/>
                <a:pathLst>
                  <a:path w="7705" h="13007" extrusionOk="0">
                    <a:moveTo>
                      <a:pt x="2418" y="0"/>
                    </a:moveTo>
                    <a:cubicBezTo>
                      <a:pt x="1803" y="0"/>
                      <a:pt x="1190" y="248"/>
                      <a:pt x="741" y="736"/>
                    </a:cubicBezTo>
                    <a:cubicBezTo>
                      <a:pt x="143" y="1389"/>
                      <a:pt x="0" y="2296"/>
                      <a:pt x="292" y="3073"/>
                    </a:cubicBezTo>
                    <a:lnTo>
                      <a:pt x="291" y="3074"/>
                    </a:lnTo>
                    <a:lnTo>
                      <a:pt x="3442" y="11319"/>
                    </a:lnTo>
                    <a:lnTo>
                      <a:pt x="3443" y="11319"/>
                    </a:lnTo>
                    <a:cubicBezTo>
                      <a:pt x="3529" y="11740"/>
                      <a:pt x="3741" y="12140"/>
                      <a:pt x="4082" y="12452"/>
                    </a:cubicBezTo>
                    <a:cubicBezTo>
                      <a:pt x="4487" y="12823"/>
                      <a:pt x="4998" y="13006"/>
                      <a:pt x="5507" y="13006"/>
                    </a:cubicBezTo>
                    <a:cubicBezTo>
                      <a:pt x="6075" y="13006"/>
                      <a:pt x="6641" y="12777"/>
                      <a:pt x="7055" y="12326"/>
                    </a:cubicBezTo>
                    <a:cubicBezTo>
                      <a:pt x="7544" y="11793"/>
                      <a:pt x="7705" y="11076"/>
                      <a:pt x="7548" y="10420"/>
                    </a:cubicBezTo>
                    <a:lnTo>
                      <a:pt x="7548" y="10419"/>
                    </a:lnTo>
                    <a:cubicBezTo>
                      <a:pt x="7522" y="10306"/>
                      <a:pt x="7483" y="10196"/>
                      <a:pt x="7436" y="10087"/>
                    </a:cubicBezTo>
                    <a:lnTo>
                      <a:pt x="4619" y="1676"/>
                    </a:lnTo>
                    <a:lnTo>
                      <a:pt x="4617" y="1676"/>
                    </a:lnTo>
                    <a:cubicBezTo>
                      <a:pt x="4507" y="1276"/>
                      <a:pt x="4289" y="901"/>
                      <a:pt x="3960" y="600"/>
                    </a:cubicBezTo>
                    <a:cubicBezTo>
                      <a:pt x="3522" y="199"/>
                      <a:pt x="2969" y="0"/>
                      <a:pt x="2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00;p50">
                <a:extLst>
                  <a:ext uri="{FF2B5EF4-FFF2-40B4-BE49-F238E27FC236}">
                    <a16:creationId xmlns:a16="http://schemas.microsoft.com/office/drawing/2014/main" id="{44060B60-38A3-1F32-CD43-AE1C724790C3}"/>
                  </a:ext>
                </a:extLst>
              </p:cNvPr>
              <p:cNvSpPr/>
              <p:nvPr/>
            </p:nvSpPr>
            <p:spPr>
              <a:xfrm flipH="1">
                <a:off x="713229" y="2869932"/>
                <a:ext cx="534470" cy="253334"/>
              </a:xfrm>
              <a:custGeom>
                <a:avLst/>
                <a:gdLst/>
                <a:ahLst/>
                <a:cxnLst/>
                <a:rect l="l" t="t" r="r" b="b"/>
                <a:pathLst>
                  <a:path w="10112" h="4793" extrusionOk="0">
                    <a:moveTo>
                      <a:pt x="7730" y="0"/>
                    </a:moveTo>
                    <a:cubicBezTo>
                      <a:pt x="7240" y="0"/>
                      <a:pt x="6823" y="74"/>
                      <a:pt x="6823" y="74"/>
                    </a:cubicBezTo>
                    <a:lnTo>
                      <a:pt x="308" y="1451"/>
                    </a:lnTo>
                    <a:cubicBezTo>
                      <a:pt x="1" y="2370"/>
                      <a:pt x="145" y="3979"/>
                      <a:pt x="631" y="4792"/>
                    </a:cubicBezTo>
                    <a:cubicBezTo>
                      <a:pt x="631" y="4792"/>
                      <a:pt x="7589" y="4289"/>
                      <a:pt x="8256" y="4009"/>
                    </a:cubicBezTo>
                    <a:cubicBezTo>
                      <a:pt x="8709" y="3874"/>
                      <a:pt x="9184" y="3544"/>
                      <a:pt x="9415" y="3236"/>
                    </a:cubicBezTo>
                    <a:cubicBezTo>
                      <a:pt x="10112" y="2309"/>
                      <a:pt x="9922" y="991"/>
                      <a:pt x="8992" y="293"/>
                    </a:cubicBezTo>
                    <a:cubicBezTo>
                      <a:pt x="8683" y="61"/>
                      <a:pt x="8176" y="0"/>
                      <a:pt x="77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001;p50">
                <a:extLst>
                  <a:ext uri="{FF2B5EF4-FFF2-40B4-BE49-F238E27FC236}">
                    <a16:creationId xmlns:a16="http://schemas.microsoft.com/office/drawing/2014/main" id="{E5D726EF-E1DD-47B6-C6B0-75FAA31949FC}"/>
                  </a:ext>
                </a:extLst>
              </p:cNvPr>
              <p:cNvSpPr/>
              <p:nvPr/>
            </p:nvSpPr>
            <p:spPr>
              <a:xfrm flipH="1">
                <a:off x="944733" y="3198637"/>
                <a:ext cx="613435" cy="99526"/>
              </a:xfrm>
              <a:custGeom>
                <a:avLst/>
                <a:gdLst/>
                <a:ahLst/>
                <a:cxnLst/>
                <a:rect l="l" t="t" r="r" b="b"/>
                <a:pathLst>
                  <a:path w="11606" h="1883" extrusionOk="0">
                    <a:moveTo>
                      <a:pt x="39" y="1"/>
                    </a:moveTo>
                    <a:lnTo>
                      <a:pt x="0" y="559"/>
                    </a:lnTo>
                    <a:cubicBezTo>
                      <a:pt x="2203" y="1491"/>
                      <a:pt x="4268" y="1883"/>
                      <a:pt x="6157" y="1883"/>
                    </a:cubicBezTo>
                    <a:cubicBezTo>
                      <a:pt x="8194" y="1883"/>
                      <a:pt x="10026" y="1428"/>
                      <a:pt x="11606" y="706"/>
                    </a:cubicBezTo>
                    <a:lnTo>
                      <a:pt x="114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002;p50">
                <a:extLst>
                  <a:ext uri="{FF2B5EF4-FFF2-40B4-BE49-F238E27FC236}">
                    <a16:creationId xmlns:a16="http://schemas.microsoft.com/office/drawing/2014/main" id="{4EBA8BB7-0516-3E40-C24F-89B8DF3A885E}"/>
                  </a:ext>
                </a:extLst>
              </p:cNvPr>
              <p:cNvSpPr/>
              <p:nvPr/>
            </p:nvSpPr>
            <p:spPr>
              <a:xfrm flipH="1">
                <a:off x="864817" y="2363581"/>
                <a:ext cx="719409" cy="878503"/>
              </a:xfrm>
              <a:custGeom>
                <a:avLst/>
                <a:gdLst/>
                <a:ahLst/>
                <a:cxnLst/>
                <a:rect l="l" t="t" r="r" b="b"/>
                <a:pathLst>
                  <a:path w="13611" h="16621" extrusionOk="0">
                    <a:moveTo>
                      <a:pt x="4954" y="1"/>
                    </a:moveTo>
                    <a:cubicBezTo>
                      <a:pt x="2876" y="1"/>
                      <a:pt x="0" y="578"/>
                      <a:pt x="66" y="3511"/>
                    </a:cubicBezTo>
                    <a:lnTo>
                      <a:pt x="469" y="15781"/>
                    </a:lnTo>
                    <a:cubicBezTo>
                      <a:pt x="2529" y="16386"/>
                      <a:pt x="4808" y="16620"/>
                      <a:pt x="6849" y="16620"/>
                    </a:cubicBezTo>
                    <a:cubicBezTo>
                      <a:pt x="9058" y="16620"/>
                      <a:pt x="10989" y="16346"/>
                      <a:pt x="12065" y="15971"/>
                    </a:cubicBezTo>
                    <a:lnTo>
                      <a:pt x="13296" y="3328"/>
                    </a:lnTo>
                    <a:cubicBezTo>
                      <a:pt x="13610" y="315"/>
                      <a:pt x="9639" y="1"/>
                      <a:pt x="96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003;p50">
                <a:extLst>
                  <a:ext uri="{FF2B5EF4-FFF2-40B4-BE49-F238E27FC236}">
                    <a16:creationId xmlns:a16="http://schemas.microsoft.com/office/drawing/2014/main" id="{0CE69A8C-3E37-AAAA-B814-75F7E7696DBE}"/>
                  </a:ext>
                </a:extLst>
              </p:cNvPr>
              <p:cNvSpPr/>
              <p:nvPr/>
            </p:nvSpPr>
            <p:spPr>
              <a:xfrm flipH="1">
                <a:off x="1070106" y="2298728"/>
                <a:ext cx="252277" cy="86101"/>
              </a:xfrm>
              <a:custGeom>
                <a:avLst/>
                <a:gdLst/>
                <a:ahLst/>
                <a:cxnLst/>
                <a:rect l="l" t="t" r="r" b="b"/>
                <a:pathLst>
                  <a:path w="4773" h="1629" extrusionOk="0">
                    <a:moveTo>
                      <a:pt x="553" y="1"/>
                    </a:moveTo>
                    <a:lnTo>
                      <a:pt x="0" y="1228"/>
                    </a:lnTo>
                    <a:cubicBezTo>
                      <a:pt x="1025" y="1505"/>
                      <a:pt x="2037" y="1629"/>
                      <a:pt x="2873" y="1629"/>
                    </a:cubicBezTo>
                    <a:cubicBezTo>
                      <a:pt x="3786" y="1629"/>
                      <a:pt x="4489" y="1482"/>
                      <a:pt x="4772" y="1228"/>
                    </a:cubicBezTo>
                    <a:lnTo>
                      <a:pt x="4354" y="1"/>
                    </a:lnTo>
                    <a:cubicBezTo>
                      <a:pt x="3854" y="118"/>
                      <a:pt x="3290" y="175"/>
                      <a:pt x="2666" y="175"/>
                    </a:cubicBezTo>
                    <a:cubicBezTo>
                      <a:pt x="2023" y="175"/>
                      <a:pt x="1317" y="115"/>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004;p50">
                <a:extLst>
                  <a:ext uri="{FF2B5EF4-FFF2-40B4-BE49-F238E27FC236}">
                    <a16:creationId xmlns:a16="http://schemas.microsoft.com/office/drawing/2014/main" id="{72E816AC-7BDB-9424-72BA-EEE945F9174C}"/>
                  </a:ext>
                </a:extLst>
              </p:cNvPr>
              <p:cNvSpPr/>
              <p:nvPr/>
            </p:nvSpPr>
            <p:spPr>
              <a:xfrm flipH="1">
                <a:off x="1435968" y="2688111"/>
                <a:ext cx="138322" cy="172836"/>
              </a:xfrm>
              <a:custGeom>
                <a:avLst/>
                <a:gdLst/>
                <a:ahLst/>
                <a:cxnLst/>
                <a:rect l="l" t="t" r="r" b="b"/>
                <a:pathLst>
                  <a:path w="2617" h="3270" extrusionOk="0">
                    <a:moveTo>
                      <a:pt x="2488" y="1"/>
                    </a:moveTo>
                    <a:lnTo>
                      <a:pt x="1" y="3169"/>
                    </a:lnTo>
                    <a:lnTo>
                      <a:pt x="130" y="3270"/>
                    </a:lnTo>
                    <a:lnTo>
                      <a:pt x="2616" y="102"/>
                    </a:lnTo>
                    <a:lnTo>
                      <a:pt x="24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05;p50">
                <a:extLst>
                  <a:ext uri="{FF2B5EF4-FFF2-40B4-BE49-F238E27FC236}">
                    <a16:creationId xmlns:a16="http://schemas.microsoft.com/office/drawing/2014/main" id="{6F1523FB-A56F-A14C-C3C7-575994195C8F}"/>
                  </a:ext>
                </a:extLst>
              </p:cNvPr>
              <p:cNvSpPr/>
              <p:nvPr/>
            </p:nvSpPr>
            <p:spPr>
              <a:xfrm flipH="1">
                <a:off x="881625" y="2588585"/>
                <a:ext cx="58299" cy="513275"/>
              </a:xfrm>
              <a:custGeom>
                <a:avLst/>
                <a:gdLst/>
                <a:ahLst/>
                <a:cxnLst/>
                <a:rect l="l" t="t" r="r" b="b"/>
                <a:pathLst>
                  <a:path w="1103" h="9711" extrusionOk="0">
                    <a:moveTo>
                      <a:pt x="940" y="1"/>
                    </a:moveTo>
                    <a:lnTo>
                      <a:pt x="1" y="9695"/>
                    </a:lnTo>
                    <a:lnTo>
                      <a:pt x="164" y="9710"/>
                    </a:lnTo>
                    <a:lnTo>
                      <a:pt x="1102" y="16"/>
                    </a:lnTo>
                    <a:lnTo>
                      <a:pt x="9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006;p50">
              <a:extLst>
                <a:ext uri="{FF2B5EF4-FFF2-40B4-BE49-F238E27FC236}">
                  <a16:creationId xmlns:a16="http://schemas.microsoft.com/office/drawing/2014/main" id="{CD89CA21-7988-6A63-54F8-872CD74545D3}"/>
                </a:ext>
              </a:extLst>
            </p:cNvPr>
            <p:cNvGrpSpPr/>
            <p:nvPr/>
          </p:nvGrpSpPr>
          <p:grpSpPr>
            <a:xfrm>
              <a:off x="2194341" y="1445560"/>
              <a:ext cx="566957" cy="566957"/>
              <a:chOff x="8189919" y="4363148"/>
              <a:chExt cx="481696" cy="481696"/>
            </a:xfrm>
          </p:grpSpPr>
          <p:sp>
            <p:nvSpPr>
              <p:cNvPr id="7" name="Google Shape;1007;p50">
                <a:extLst>
                  <a:ext uri="{FF2B5EF4-FFF2-40B4-BE49-F238E27FC236}">
                    <a16:creationId xmlns:a16="http://schemas.microsoft.com/office/drawing/2014/main" id="{7354DB60-1886-8C0F-42C8-B7A707606C20}"/>
                  </a:ext>
                </a:extLst>
              </p:cNvPr>
              <p:cNvSpPr/>
              <p:nvPr/>
            </p:nvSpPr>
            <p:spPr>
              <a:xfrm>
                <a:off x="8189919" y="4363148"/>
                <a:ext cx="481696" cy="481696"/>
              </a:xfrm>
              <a:custGeom>
                <a:avLst/>
                <a:gdLst/>
                <a:ahLst/>
                <a:cxnLst/>
                <a:rect l="l" t="t" r="r" b="b"/>
                <a:pathLst>
                  <a:path w="25999" h="25999" extrusionOk="0">
                    <a:moveTo>
                      <a:pt x="13000" y="0"/>
                    </a:moveTo>
                    <a:cubicBezTo>
                      <a:pt x="9552" y="0"/>
                      <a:pt x="6246" y="1369"/>
                      <a:pt x="3808" y="3808"/>
                    </a:cubicBezTo>
                    <a:cubicBezTo>
                      <a:pt x="1370" y="6246"/>
                      <a:pt x="0" y="9552"/>
                      <a:pt x="0" y="12999"/>
                    </a:cubicBezTo>
                    <a:cubicBezTo>
                      <a:pt x="0" y="16447"/>
                      <a:pt x="1370" y="19753"/>
                      <a:pt x="3808" y="22191"/>
                    </a:cubicBezTo>
                    <a:cubicBezTo>
                      <a:pt x="6246" y="24629"/>
                      <a:pt x="9552" y="25998"/>
                      <a:pt x="13000" y="25998"/>
                    </a:cubicBezTo>
                    <a:cubicBezTo>
                      <a:pt x="16447" y="25998"/>
                      <a:pt x="19753" y="24629"/>
                      <a:pt x="22191" y="22191"/>
                    </a:cubicBezTo>
                    <a:cubicBezTo>
                      <a:pt x="24629" y="19753"/>
                      <a:pt x="25999" y="16447"/>
                      <a:pt x="25999" y="12999"/>
                    </a:cubicBezTo>
                    <a:cubicBezTo>
                      <a:pt x="25999" y="9552"/>
                      <a:pt x="24629" y="6246"/>
                      <a:pt x="22191" y="3808"/>
                    </a:cubicBezTo>
                    <a:cubicBezTo>
                      <a:pt x="19753" y="1369"/>
                      <a:pt x="16447" y="0"/>
                      <a:pt x="130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08;p50">
                <a:extLst>
                  <a:ext uri="{FF2B5EF4-FFF2-40B4-BE49-F238E27FC236}">
                    <a16:creationId xmlns:a16="http://schemas.microsoft.com/office/drawing/2014/main" id="{291B8CDD-76DF-905A-67EA-343F37543D38}"/>
                  </a:ext>
                </a:extLst>
              </p:cNvPr>
              <p:cNvSpPr/>
              <p:nvPr/>
            </p:nvSpPr>
            <p:spPr>
              <a:xfrm>
                <a:off x="8227752" y="4400982"/>
                <a:ext cx="406030" cy="406012"/>
              </a:xfrm>
              <a:custGeom>
                <a:avLst/>
                <a:gdLst/>
                <a:ahLst/>
                <a:cxnLst/>
                <a:rect l="l" t="t" r="r" b="b"/>
                <a:pathLst>
                  <a:path w="21915" h="21914" extrusionOk="0">
                    <a:moveTo>
                      <a:pt x="10958" y="1"/>
                    </a:moveTo>
                    <a:cubicBezTo>
                      <a:pt x="8052" y="1"/>
                      <a:pt x="5265" y="1155"/>
                      <a:pt x="3210" y="3210"/>
                    </a:cubicBezTo>
                    <a:cubicBezTo>
                      <a:pt x="1155" y="5264"/>
                      <a:pt x="1" y="8051"/>
                      <a:pt x="1" y="10957"/>
                    </a:cubicBezTo>
                    <a:cubicBezTo>
                      <a:pt x="1" y="13863"/>
                      <a:pt x="1155" y="16650"/>
                      <a:pt x="3210" y="18705"/>
                    </a:cubicBezTo>
                    <a:cubicBezTo>
                      <a:pt x="5265" y="20760"/>
                      <a:pt x="8052" y="21914"/>
                      <a:pt x="10958" y="21914"/>
                    </a:cubicBezTo>
                    <a:cubicBezTo>
                      <a:pt x="13863" y="21914"/>
                      <a:pt x="16651" y="20760"/>
                      <a:pt x="18705" y="18705"/>
                    </a:cubicBezTo>
                    <a:cubicBezTo>
                      <a:pt x="20760" y="16650"/>
                      <a:pt x="21914" y="13863"/>
                      <a:pt x="21914" y="10957"/>
                    </a:cubicBezTo>
                    <a:cubicBezTo>
                      <a:pt x="21914" y="8051"/>
                      <a:pt x="20760" y="5264"/>
                      <a:pt x="18705" y="3210"/>
                    </a:cubicBezTo>
                    <a:cubicBezTo>
                      <a:pt x="16651" y="1155"/>
                      <a:pt x="13863" y="1"/>
                      <a:pt x="109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09;p50">
                <a:extLst>
                  <a:ext uri="{FF2B5EF4-FFF2-40B4-BE49-F238E27FC236}">
                    <a16:creationId xmlns:a16="http://schemas.microsoft.com/office/drawing/2014/main" id="{4E8C555B-C6CC-ADCB-5C71-739810DF2411}"/>
                  </a:ext>
                </a:extLst>
              </p:cNvPr>
              <p:cNvSpPr/>
              <p:nvPr/>
            </p:nvSpPr>
            <p:spPr>
              <a:xfrm>
                <a:off x="8269235" y="4505328"/>
                <a:ext cx="14322" cy="8745"/>
              </a:xfrm>
              <a:custGeom>
                <a:avLst/>
                <a:gdLst/>
                <a:ahLst/>
                <a:cxnLst/>
                <a:rect l="l" t="t" r="r" b="b"/>
                <a:pathLst>
                  <a:path w="773" h="472" extrusionOk="0">
                    <a:moveTo>
                      <a:pt x="0" y="0"/>
                    </a:moveTo>
                    <a:lnTo>
                      <a:pt x="773" y="472"/>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10;p50">
                <a:extLst>
                  <a:ext uri="{FF2B5EF4-FFF2-40B4-BE49-F238E27FC236}">
                    <a16:creationId xmlns:a16="http://schemas.microsoft.com/office/drawing/2014/main" id="{6F63224F-72E0-E143-011E-193CECFF7A0F}"/>
                  </a:ext>
                </a:extLst>
              </p:cNvPr>
              <p:cNvSpPr/>
              <p:nvPr/>
            </p:nvSpPr>
            <p:spPr>
              <a:xfrm>
                <a:off x="8267975" y="4503198"/>
                <a:ext cx="16953" cy="13080"/>
              </a:xfrm>
              <a:custGeom>
                <a:avLst/>
                <a:gdLst/>
                <a:ahLst/>
                <a:cxnLst/>
                <a:rect l="l" t="t" r="r" b="b"/>
                <a:pathLst>
                  <a:path w="915" h="706" extrusionOk="0">
                    <a:moveTo>
                      <a:pt x="143" y="0"/>
                    </a:moveTo>
                    <a:lnTo>
                      <a:pt x="1" y="233"/>
                    </a:lnTo>
                    <a:lnTo>
                      <a:pt x="772" y="706"/>
                    </a:lnTo>
                    <a:lnTo>
                      <a:pt x="915" y="47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11;p50">
                <a:extLst>
                  <a:ext uri="{FF2B5EF4-FFF2-40B4-BE49-F238E27FC236}">
                    <a16:creationId xmlns:a16="http://schemas.microsoft.com/office/drawing/2014/main" id="{964875D9-0233-AA42-DEA2-02375C9E63A7}"/>
                  </a:ext>
                </a:extLst>
              </p:cNvPr>
              <p:cNvSpPr/>
              <p:nvPr/>
            </p:nvSpPr>
            <p:spPr>
              <a:xfrm>
                <a:off x="8577978" y="4693920"/>
                <a:ext cx="14303" cy="8745"/>
              </a:xfrm>
              <a:custGeom>
                <a:avLst/>
                <a:gdLst/>
                <a:ahLst/>
                <a:cxnLst/>
                <a:rect l="l" t="t" r="r" b="b"/>
                <a:pathLst>
                  <a:path w="772" h="472" extrusionOk="0">
                    <a:moveTo>
                      <a:pt x="0" y="0"/>
                    </a:moveTo>
                    <a:lnTo>
                      <a:pt x="772" y="47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12;p50">
                <a:extLst>
                  <a:ext uri="{FF2B5EF4-FFF2-40B4-BE49-F238E27FC236}">
                    <a16:creationId xmlns:a16="http://schemas.microsoft.com/office/drawing/2014/main" id="{0886E819-C0B4-FA9B-2DFF-10054E80FC46}"/>
                  </a:ext>
                </a:extLst>
              </p:cNvPr>
              <p:cNvSpPr/>
              <p:nvPr/>
            </p:nvSpPr>
            <p:spPr>
              <a:xfrm>
                <a:off x="8576755" y="4691845"/>
                <a:ext cx="16971" cy="13062"/>
              </a:xfrm>
              <a:custGeom>
                <a:avLst/>
                <a:gdLst/>
                <a:ahLst/>
                <a:cxnLst/>
                <a:rect l="l" t="t" r="r" b="b"/>
                <a:pathLst>
                  <a:path w="916" h="705" extrusionOk="0">
                    <a:moveTo>
                      <a:pt x="143" y="0"/>
                    </a:moveTo>
                    <a:lnTo>
                      <a:pt x="1" y="233"/>
                    </a:lnTo>
                    <a:lnTo>
                      <a:pt x="773" y="704"/>
                    </a:lnTo>
                    <a:lnTo>
                      <a:pt x="916" y="47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13;p50">
                <a:extLst>
                  <a:ext uri="{FF2B5EF4-FFF2-40B4-BE49-F238E27FC236}">
                    <a16:creationId xmlns:a16="http://schemas.microsoft.com/office/drawing/2014/main" id="{2E5D790E-7B3C-8A5D-ED04-974FCFD7808A}"/>
                  </a:ext>
                </a:extLst>
              </p:cNvPr>
              <p:cNvSpPr/>
              <p:nvPr/>
            </p:nvSpPr>
            <p:spPr>
              <a:xfrm>
                <a:off x="8332099" y="4751188"/>
                <a:ext cx="8745" cy="14322"/>
              </a:xfrm>
              <a:custGeom>
                <a:avLst/>
                <a:gdLst/>
                <a:ahLst/>
                <a:cxnLst/>
                <a:rect l="l" t="t" r="r" b="b"/>
                <a:pathLst>
                  <a:path w="472" h="773" extrusionOk="0">
                    <a:moveTo>
                      <a:pt x="0" y="773"/>
                    </a:moveTo>
                    <a:lnTo>
                      <a:pt x="47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14;p50">
                <a:extLst>
                  <a:ext uri="{FF2B5EF4-FFF2-40B4-BE49-F238E27FC236}">
                    <a16:creationId xmlns:a16="http://schemas.microsoft.com/office/drawing/2014/main" id="{CE8CCF8D-64A7-6EB6-49A8-4CDC6B775AFD}"/>
                  </a:ext>
                </a:extLst>
              </p:cNvPr>
              <p:cNvSpPr/>
              <p:nvPr/>
            </p:nvSpPr>
            <p:spPr>
              <a:xfrm>
                <a:off x="8329987" y="4749929"/>
                <a:ext cx="13062" cy="16953"/>
              </a:xfrm>
              <a:custGeom>
                <a:avLst/>
                <a:gdLst/>
                <a:ahLst/>
                <a:cxnLst/>
                <a:rect l="l" t="t" r="r" b="b"/>
                <a:pathLst>
                  <a:path w="705" h="915" extrusionOk="0">
                    <a:moveTo>
                      <a:pt x="472" y="0"/>
                    </a:moveTo>
                    <a:lnTo>
                      <a:pt x="1" y="772"/>
                    </a:lnTo>
                    <a:lnTo>
                      <a:pt x="233" y="914"/>
                    </a:lnTo>
                    <a:lnTo>
                      <a:pt x="705" y="143"/>
                    </a:lnTo>
                    <a:lnTo>
                      <a:pt x="4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15;p50">
                <a:extLst>
                  <a:ext uri="{FF2B5EF4-FFF2-40B4-BE49-F238E27FC236}">
                    <a16:creationId xmlns:a16="http://schemas.microsoft.com/office/drawing/2014/main" id="{3E9D9A92-E0D9-C893-8C49-56EEEF8760D5}"/>
                  </a:ext>
                </a:extLst>
              </p:cNvPr>
              <p:cNvSpPr/>
              <p:nvPr/>
            </p:nvSpPr>
            <p:spPr>
              <a:xfrm>
                <a:off x="8520691" y="4442446"/>
                <a:ext cx="8745" cy="14340"/>
              </a:xfrm>
              <a:custGeom>
                <a:avLst/>
                <a:gdLst/>
                <a:ahLst/>
                <a:cxnLst/>
                <a:rect l="l" t="t" r="r" b="b"/>
                <a:pathLst>
                  <a:path w="472" h="774" extrusionOk="0">
                    <a:moveTo>
                      <a:pt x="0" y="774"/>
                    </a:moveTo>
                    <a:lnTo>
                      <a:pt x="47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16;p50">
                <a:extLst>
                  <a:ext uri="{FF2B5EF4-FFF2-40B4-BE49-F238E27FC236}">
                    <a16:creationId xmlns:a16="http://schemas.microsoft.com/office/drawing/2014/main" id="{08E2AA77-26A4-30FF-6C0D-71A76566B63B}"/>
                  </a:ext>
                </a:extLst>
              </p:cNvPr>
              <p:cNvSpPr/>
              <p:nvPr/>
            </p:nvSpPr>
            <p:spPr>
              <a:xfrm>
                <a:off x="8518412" y="4441057"/>
                <a:ext cx="13062" cy="16971"/>
              </a:xfrm>
              <a:custGeom>
                <a:avLst/>
                <a:gdLst/>
                <a:ahLst/>
                <a:cxnLst/>
                <a:rect l="l" t="t" r="r" b="b"/>
                <a:pathLst>
                  <a:path w="705" h="916" extrusionOk="0">
                    <a:moveTo>
                      <a:pt x="471" y="0"/>
                    </a:moveTo>
                    <a:lnTo>
                      <a:pt x="0" y="773"/>
                    </a:lnTo>
                    <a:lnTo>
                      <a:pt x="233" y="915"/>
                    </a:lnTo>
                    <a:lnTo>
                      <a:pt x="704" y="143"/>
                    </a:lnTo>
                    <a:lnTo>
                      <a:pt x="4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17;p50">
                <a:extLst>
                  <a:ext uri="{FF2B5EF4-FFF2-40B4-BE49-F238E27FC236}">
                    <a16:creationId xmlns:a16="http://schemas.microsoft.com/office/drawing/2014/main" id="{CE540BFF-376D-6C41-50E5-FB325118C29D}"/>
                  </a:ext>
                </a:extLst>
              </p:cNvPr>
              <p:cNvSpPr/>
              <p:nvPr/>
            </p:nvSpPr>
            <p:spPr>
              <a:xfrm>
                <a:off x="8241481" y="4605210"/>
                <a:ext cx="16786" cy="148"/>
              </a:xfrm>
              <a:custGeom>
                <a:avLst/>
                <a:gdLst/>
                <a:ahLst/>
                <a:cxnLst/>
                <a:rect l="l" t="t" r="r" b="b"/>
                <a:pathLst>
                  <a:path w="906" h="8" extrusionOk="0">
                    <a:moveTo>
                      <a:pt x="1" y="7"/>
                    </a:moveTo>
                    <a:lnTo>
                      <a:pt x="90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18;p50">
                <a:extLst>
                  <a:ext uri="{FF2B5EF4-FFF2-40B4-BE49-F238E27FC236}">
                    <a16:creationId xmlns:a16="http://schemas.microsoft.com/office/drawing/2014/main" id="{51573607-2EAF-68D2-F02C-3401A599B605}"/>
                  </a:ext>
                </a:extLst>
              </p:cNvPr>
              <p:cNvSpPr/>
              <p:nvPr/>
            </p:nvSpPr>
            <p:spPr>
              <a:xfrm>
                <a:off x="8241463" y="4602857"/>
                <a:ext cx="16804" cy="5206"/>
              </a:xfrm>
              <a:custGeom>
                <a:avLst/>
                <a:gdLst/>
                <a:ahLst/>
                <a:cxnLst/>
                <a:rect l="l" t="t" r="r" b="b"/>
                <a:pathLst>
                  <a:path w="907" h="281" extrusionOk="0">
                    <a:moveTo>
                      <a:pt x="905" y="1"/>
                    </a:moveTo>
                    <a:lnTo>
                      <a:pt x="1" y="8"/>
                    </a:lnTo>
                    <a:lnTo>
                      <a:pt x="3" y="281"/>
                    </a:lnTo>
                    <a:lnTo>
                      <a:pt x="907" y="273"/>
                    </a:lnTo>
                    <a:lnTo>
                      <a:pt x="9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19;p50">
                <a:extLst>
                  <a:ext uri="{FF2B5EF4-FFF2-40B4-BE49-F238E27FC236}">
                    <a16:creationId xmlns:a16="http://schemas.microsoft.com/office/drawing/2014/main" id="{D2F946E8-8AC4-403F-4323-B7685EEC861D}"/>
                  </a:ext>
                </a:extLst>
              </p:cNvPr>
              <p:cNvSpPr/>
              <p:nvPr/>
            </p:nvSpPr>
            <p:spPr>
              <a:xfrm>
                <a:off x="8603268" y="4602635"/>
                <a:ext cx="16786" cy="130"/>
              </a:xfrm>
              <a:custGeom>
                <a:avLst/>
                <a:gdLst/>
                <a:ahLst/>
                <a:cxnLst/>
                <a:rect l="l" t="t" r="r" b="b"/>
                <a:pathLst>
                  <a:path w="906" h="7" extrusionOk="0">
                    <a:moveTo>
                      <a:pt x="0" y="7"/>
                    </a:moveTo>
                    <a:lnTo>
                      <a:pt x="90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20;p50">
                <a:extLst>
                  <a:ext uri="{FF2B5EF4-FFF2-40B4-BE49-F238E27FC236}">
                    <a16:creationId xmlns:a16="http://schemas.microsoft.com/office/drawing/2014/main" id="{353AC24F-4034-A057-0E09-4DBD11E082E9}"/>
                  </a:ext>
                </a:extLst>
              </p:cNvPr>
              <p:cNvSpPr/>
              <p:nvPr/>
            </p:nvSpPr>
            <p:spPr>
              <a:xfrm>
                <a:off x="8603249" y="4600300"/>
                <a:ext cx="16804" cy="5206"/>
              </a:xfrm>
              <a:custGeom>
                <a:avLst/>
                <a:gdLst/>
                <a:ahLst/>
                <a:cxnLst/>
                <a:rect l="l" t="t" r="r" b="b"/>
                <a:pathLst>
                  <a:path w="907" h="281" extrusionOk="0">
                    <a:moveTo>
                      <a:pt x="904" y="1"/>
                    </a:moveTo>
                    <a:lnTo>
                      <a:pt x="0" y="8"/>
                    </a:lnTo>
                    <a:lnTo>
                      <a:pt x="2" y="280"/>
                    </a:lnTo>
                    <a:lnTo>
                      <a:pt x="906" y="273"/>
                    </a:lnTo>
                    <a:lnTo>
                      <a:pt x="9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21;p50">
                <a:extLst>
                  <a:ext uri="{FF2B5EF4-FFF2-40B4-BE49-F238E27FC236}">
                    <a16:creationId xmlns:a16="http://schemas.microsoft.com/office/drawing/2014/main" id="{72E6C8B1-8997-6E1E-395D-355D939E31BA}"/>
                  </a:ext>
                </a:extLst>
              </p:cNvPr>
              <p:cNvSpPr/>
              <p:nvPr/>
            </p:nvSpPr>
            <p:spPr>
              <a:xfrm>
                <a:off x="8431999" y="4776497"/>
                <a:ext cx="130" cy="16767"/>
              </a:xfrm>
              <a:custGeom>
                <a:avLst/>
                <a:gdLst/>
                <a:ahLst/>
                <a:cxnLst/>
                <a:rect l="l" t="t" r="r" b="b"/>
                <a:pathLst>
                  <a:path w="7" h="905" extrusionOk="0">
                    <a:moveTo>
                      <a:pt x="6" y="905"/>
                    </a:moveTo>
                    <a:lnTo>
                      <a:pt x="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22;p50">
                <a:extLst>
                  <a:ext uri="{FF2B5EF4-FFF2-40B4-BE49-F238E27FC236}">
                    <a16:creationId xmlns:a16="http://schemas.microsoft.com/office/drawing/2014/main" id="{4D84C3C3-7D4A-3441-9245-5BC0FEF47BB9}"/>
                  </a:ext>
                </a:extLst>
              </p:cNvPr>
              <p:cNvSpPr/>
              <p:nvPr/>
            </p:nvSpPr>
            <p:spPr>
              <a:xfrm>
                <a:off x="8429498" y="4776182"/>
                <a:ext cx="5188" cy="16804"/>
              </a:xfrm>
              <a:custGeom>
                <a:avLst/>
                <a:gdLst/>
                <a:ahLst/>
                <a:cxnLst/>
                <a:rect l="l" t="t" r="r" b="b"/>
                <a:pathLst>
                  <a:path w="280" h="907" extrusionOk="0">
                    <a:moveTo>
                      <a:pt x="273" y="1"/>
                    </a:moveTo>
                    <a:lnTo>
                      <a:pt x="1" y="3"/>
                    </a:lnTo>
                    <a:lnTo>
                      <a:pt x="7" y="907"/>
                    </a:lnTo>
                    <a:lnTo>
                      <a:pt x="280" y="905"/>
                    </a:lnTo>
                    <a:lnTo>
                      <a:pt x="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23;p50">
                <a:extLst>
                  <a:ext uri="{FF2B5EF4-FFF2-40B4-BE49-F238E27FC236}">
                    <a16:creationId xmlns:a16="http://schemas.microsoft.com/office/drawing/2014/main" id="{8A706BA6-4A4A-2940-C8C4-54E7FF9840CE}"/>
                  </a:ext>
                </a:extLst>
              </p:cNvPr>
              <p:cNvSpPr/>
              <p:nvPr/>
            </p:nvSpPr>
            <p:spPr>
              <a:xfrm>
                <a:off x="8429406" y="4414710"/>
                <a:ext cx="130" cy="16786"/>
              </a:xfrm>
              <a:custGeom>
                <a:avLst/>
                <a:gdLst/>
                <a:ahLst/>
                <a:cxnLst/>
                <a:rect l="l" t="t" r="r" b="b"/>
                <a:pathLst>
                  <a:path w="7" h="906" extrusionOk="0">
                    <a:moveTo>
                      <a:pt x="7" y="906"/>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24;p50">
                <a:extLst>
                  <a:ext uri="{FF2B5EF4-FFF2-40B4-BE49-F238E27FC236}">
                    <a16:creationId xmlns:a16="http://schemas.microsoft.com/office/drawing/2014/main" id="{56D19A17-1B2C-36FE-7689-BBB37594AE02}"/>
                  </a:ext>
                </a:extLst>
              </p:cNvPr>
              <p:cNvSpPr/>
              <p:nvPr/>
            </p:nvSpPr>
            <p:spPr>
              <a:xfrm>
                <a:off x="8426886" y="4414414"/>
                <a:ext cx="5206" cy="16804"/>
              </a:xfrm>
              <a:custGeom>
                <a:avLst/>
                <a:gdLst/>
                <a:ahLst/>
                <a:cxnLst/>
                <a:rect l="l" t="t" r="r" b="b"/>
                <a:pathLst>
                  <a:path w="281" h="907" extrusionOk="0">
                    <a:moveTo>
                      <a:pt x="274" y="0"/>
                    </a:moveTo>
                    <a:lnTo>
                      <a:pt x="0" y="2"/>
                    </a:lnTo>
                    <a:lnTo>
                      <a:pt x="8" y="906"/>
                    </a:lnTo>
                    <a:lnTo>
                      <a:pt x="280" y="905"/>
                    </a:lnTo>
                    <a:lnTo>
                      <a:pt x="2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25;p50">
                <a:extLst>
                  <a:ext uri="{FF2B5EF4-FFF2-40B4-BE49-F238E27FC236}">
                    <a16:creationId xmlns:a16="http://schemas.microsoft.com/office/drawing/2014/main" id="{F4A93388-89D4-D75C-FC6D-29266D05AB9C}"/>
                  </a:ext>
                </a:extLst>
              </p:cNvPr>
              <p:cNvSpPr/>
              <p:nvPr/>
            </p:nvSpPr>
            <p:spPr>
              <a:xfrm>
                <a:off x="8344068" y="4435739"/>
                <a:ext cx="7707" cy="14896"/>
              </a:xfrm>
              <a:custGeom>
                <a:avLst/>
                <a:gdLst/>
                <a:ahLst/>
                <a:cxnLst/>
                <a:rect l="l" t="t" r="r" b="b"/>
                <a:pathLst>
                  <a:path w="416" h="804" extrusionOk="0">
                    <a:moveTo>
                      <a:pt x="0" y="0"/>
                    </a:moveTo>
                    <a:lnTo>
                      <a:pt x="415" y="804"/>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26;p50">
                <a:extLst>
                  <a:ext uri="{FF2B5EF4-FFF2-40B4-BE49-F238E27FC236}">
                    <a16:creationId xmlns:a16="http://schemas.microsoft.com/office/drawing/2014/main" id="{0AA766BA-F585-02B7-EBCE-F1BF4236B636}"/>
                  </a:ext>
                </a:extLst>
              </p:cNvPr>
              <p:cNvSpPr/>
              <p:nvPr/>
            </p:nvSpPr>
            <p:spPr>
              <a:xfrm>
                <a:off x="8341826" y="4434572"/>
                <a:ext cx="12191" cy="17249"/>
              </a:xfrm>
              <a:custGeom>
                <a:avLst/>
                <a:gdLst/>
                <a:ahLst/>
                <a:cxnLst/>
                <a:rect l="l" t="t" r="r" b="b"/>
                <a:pathLst>
                  <a:path w="658" h="931" extrusionOk="0">
                    <a:moveTo>
                      <a:pt x="243" y="1"/>
                    </a:moveTo>
                    <a:lnTo>
                      <a:pt x="0" y="126"/>
                    </a:lnTo>
                    <a:lnTo>
                      <a:pt x="415" y="930"/>
                    </a:lnTo>
                    <a:lnTo>
                      <a:pt x="657" y="805"/>
                    </a:lnTo>
                    <a:lnTo>
                      <a:pt x="2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27;p50">
                <a:extLst>
                  <a:ext uri="{FF2B5EF4-FFF2-40B4-BE49-F238E27FC236}">
                    <a16:creationId xmlns:a16="http://schemas.microsoft.com/office/drawing/2014/main" id="{79FE88BD-06CF-6A9F-C48A-E070090632A5}"/>
                  </a:ext>
                </a:extLst>
              </p:cNvPr>
              <p:cNvSpPr/>
              <p:nvPr/>
            </p:nvSpPr>
            <p:spPr>
              <a:xfrm>
                <a:off x="8509759" y="4757321"/>
                <a:ext cx="7707" cy="14933"/>
              </a:xfrm>
              <a:custGeom>
                <a:avLst/>
                <a:gdLst/>
                <a:ahLst/>
                <a:cxnLst/>
                <a:rect l="l" t="t" r="r" b="b"/>
                <a:pathLst>
                  <a:path w="416" h="806" extrusionOk="0">
                    <a:moveTo>
                      <a:pt x="1" y="1"/>
                    </a:moveTo>
                    <a:lnTo>
                      <a:pt x="416" y="805"/>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28;p50">
                <a:extLst>
                  <a:ext uri="{FF2B5EF4-FFF2-40B4-BE49-F238E27FC236}">
                    <a16:creationId xmlns:a16="http://schemas.microsoft.com/office/drawing/2014/main" id="{98E662F1-E502-9CB5-04A0-A7824C962166}"/>
                  </a:ext>
                </a:extLst>
              </p:cNvPr>
              <p:cNvSpPr/>
              <p:nvPr/>
            </p:nvSpPr>
            <p:spPr>
              <a:xfrm>
                <a:off x="8507499" y="4756135"/>
                <a:ext cx="12191" cy="17212"/>
              </a:xfrm>
              <a:custGeom>
                <a:avLst/>
                <a:gdLst/>
                <a:ahLst/>
                <a:cxnLst/>
                <a:rect l="l" t="t" r="r" b="b"/>
                <a:pathLst>
                  <a:path w="658" h="929" extrusionOk="0">
                    <a:moveTo>
                      <a:pt x="244" y="0"/>
                    </a:moveTo>
                    <a:lnTo>
                      <a:pt x="1" y="124"/>
                    </a:lnTo>
                    <a:lnTo>
                      <a:pt x="415" y="929"/>
                    </a:lnTo>
                    <a:lnTo>
                      <a:pt x="658" y="804"/>
                    </a:lnTo>
                    <a:lnTo>
                      <a:pt x="2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29;p50">
                <a:extLst>
                  <a:ext uri="{FF2B5EF4-FFF2-40B4-BE49-F238E27FC236}">
                    <a16:creationId xmlns:a16="http://schemas.microsoft.com/office/drawing/2014/main" id="{AA14FEA2-F7D7-2D8B-34CB-6789A34C0E46}"/>
                  </a:ext>
                </a:extLst>
              </p:cNvPr>
              <p:cNvSpPr/>
              <p:nvPr/>
            </p:nvSpPr>
            <p:spPr>
              <a:xfrm>
                <a:off x="8584110" y="4517279"/>
                <a:ext cx="14915" cy="7689"/>
              </a:xfrm>
              <a:custGeom>
                <a:avLst/>
                <a:gdLst/>
                <a:ahLst/>
                <a:cxnLst/>
                <a:rect l="l" t="t" r="r" b="b"/>
                <a:pathLst>
                  <a:path w="805" h="415" extrusionOk="0">
                    <a:moveTo>
                      <a:pt x="805" y="1"/>
                    </a:moveTo>
                    <a:lnTo>
                      <a:pt x="0" y="415"/>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30;p50">
                <a:extLst>
                  <a:ext uri="{FF2B5EF4-FFF2-40B4-BE49-F238E27FC236}">
                    <a16:creationId xmlns:a16="http://schemas.microsoft.com/office/drawing/2014/main" id="{57C16C72-600A-825E-8EF5-2C0ABB705C01}"/>
                  </a:ext>
                </a:extLst>
              </p:cNvPr>
              <p:cNvSpPr/>
              <p:nvPr/>
            </p:nvSpPr>
            <p:spPr>
              <a:xfrm>
                <a:off x="8582832" y="4514740"/>
                <a:ext cx="17212" cy="12210"/>
              </a:xfrm>
              <a:custGeom>
                <a:avLst/>
                <a:gdLst/>
                <a:ahLst/>
                <a:cxnLst/>
                <a:rect l="l" t="t" r="r" b="b"/>
                <a:pathLst>
                  <a:path w="929" h="659" extrusionOk="0">
                    <a:moveTo>
                      <a:pt x="804" y="1"/>
                    </a:moveTo>
                    <a:lnTo>
                      <a:pt x="0" y="416"/>
                    </a:lnTo>
                    <a:lnTo>
                      <a:pt x="126" y="659"/>
                    </a:lnTo>
                    <a:lnTo>
                      <a:pt x="929" y="243"/>
                    </a:lnTo>
                    <a:lnTo>
                      <a:pt x="8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31;p50">
                <a:extLst>
                  <a:ext uri="{FF2B5EF4-FFF2-40B4-BE49-F238E27FC236}">
                    <a16:creationId xmlns:a16="http://schemas.microsoft.com/office/drawing/2014/main" id="{62984B88-4469-1602-C7E7-5C81A36678AE}"/>
                  </a:ext>
                </a:extLst>
              </p:cNvPr>
              <p:cNvSpPr/>
              <p:nvPr/>
            </p:nvSpPr>
            <p:spPr>
              <a:xfrm>
                <a:off x="8262510" y="4682989"/>
                <a:ext cx="14915" cy="7689"/>
              </a:xfrm>
              <a:custGeom>
                <a:avLst/>
                <a:gdLst/>
                <a:ahLst/>
                <a:cxnLst/>
                <a:rect l="l" t="t" r="r" b="b"/>
                <a:pathLst>
                  <a:path w="805" h="415" extrusionOk="0">
                    <a:moveTo>
                      <a:pt x="805" y="1"/>
                    </a:moveTo>
                    <a:lnTo>
                      <a:pt x="0" y="415"/>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32;p50">
                <a:extLst>
                  <a:ext uri="{FF2B5EF4-FFF2-40B4-BE49-F238E27FC236}">
                    <a16:creationId xmlns:a16="http://schemas.microsoft.com/office/drawing/2014/main" id="{C673C7A6-53AF-316F-796E-C31C7ECB7CFE}"/>
                  </a:ext>
                </a:extLst>
              </p:cNvPr>
              <p:cNvSpPr/>
              <p:nvPr/>
            </p:nvSpPr>
            <p:spPr>
              <a:xfrm>
                <a:off x="8261417" y="4680951"/>
                <a:ext cx="17249" cy="12173"/>
              </a:xfrm>
              <a:custGeom>
                <a:avLst/>
                <a:gdLst/>
                <a:ahLst/>
                <a:cxnLst/>
                <a:rect l="l" t="t" r="r" b="b"/>
                <a:pathLst>
                  <a:path w="931" h="657" extrusionOk="0">
                    <a:moveTo>
                      <a:pt x="805" y="0"/>
                    </a:moveTo>
                    <a:lnTo>
                      <a:pt x="1" y="415"/>
                    </a:lnTo>
                    <a:lnTo>
                      <a:pt x="126" y="657"/>
                    </a:lnTo>
                    <a:lnTo>
                      <a:pt x="930" y="243"/>
                    </a:lnTo>
                    <a:lnTo>
                      <a:pt x="8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33;p50">
                <a:extLst>
                  <a:ext uri="{FF2B5EF4-FFF2-40B4-BE49-F238E27FC236}">
                    <a16:creationId xmlns:a16="http://schemas.microsoft.com/office/drawing/2014/main" id="{173B4590-91DB-07D9-937E-3D1F22D7D99E}"/>
                  </a:ext>
                </a:extLst>
              </p:cNvPr>
              <p:cNvSpPr/>
              <p:nvPr/>
            </p:nvSpPr>
            <p:spPr>
              <a:xfrm>
                <a:off x="8393647" y="4548108"/>
                <a:ext cx="202987" cy="71998"/>
              </a:xfrm>
              <a:custGeom>
                <a:avLst/>
                <a:gdLst/>
                <a:ahLst/>
                <a:cxnLst/>
                <a:rect l="l" t="t" r="r" b="b"/>
                <a:pathLst>
                  <a:path w="10956" h="3886" extrusionOk="0">
                    <a:moveTo>
                      <a:pt x="10843" y="0"/>
                    </a:moveTo>
                    <a:lnTo>
                      <a:pt x="1" y="3540"/>
                    </a:lnTo>
                    <a:lnTo>
                      <a:pt x="115" y="3885"/>
                    </a:lnTo>
                    <a:lnTo>
                      <a:pt x="10956" y="347"/>
                    </a:lnTo>
                    <a:lnTo>
                      <a:pt x="108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34;p50">
                <a:extLst>
                  <a:ext uri="{FF2B5EF4-FFF2-40B4-BE49-F238E27FC236}">
                    <a16:creationId xmlns:a16="http://schemas.microsoft.com/office/drawing/2014/main" id="{B4AA2449-E431-AFBD-EB72-EFB8B45FE999}"/>
                  </a:ext>
                </a:extLst>
              </p:cNvPr>
              <p:cNvSpPr/>
              <p:nvPr/>
            </p:nvSpPr>
            <p:spPr>
              <a:xfrm>
                <a:off x="8356555" y="4458232"/>
                <a:ext cx="92378" cy="179420"/>
              </a:xfrm>
              <a:custGeom>
                <a:avLst/>
                <a:gdLst/>
                <a:ahLst/>
                <a:cxnLst/>
                <a:rect l="l" t="t" r="r" b="b"/>
                <a:pathLst>
                  <a:path w="4986" h="9684" extrusionOk="0">
                    <a:moveTo>
                      <a:pt x="4985" y="9683"/>
                    </a:moveTo>
                    <a:lnTo>
                      <a:pt x="0"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35;p50">
                <a:extLst>
                  <a:ext uri="{FF2B5EF4-FFF2-40B4-BE49-F238E27FC236}">
                    <a16:creationId xmlns:a16="http://schemas.microsoft.com/office/drawing/2014/main" id="{B68A0309-D075-8D37-B9B4-701112CD9E51}"/>
                  </a:ext>
                </a:extLst>
              </p:cNvPr>
              <p:cNvSpPr/>
              <p:nvPr/>
            </p:nvSpPr>
            <p:spPr>
              <a:xfrm>
                <a:off x="8350534" y="4455119"/>
                <a:ext cx="104365" cy="185590"/>
              </a:xfrm>
              <a:custGeom>
                <a:avLst/>
                <a:gdLst/>
                <a:ahLst/>
                <a:cxnLst/>
                <a:rect l="l" t="t" r="r" b="b"/>
                <a:pathLst>
                  <a:path w="5633" h="10017" extrusionOk="0">
                    <a:moveTo>
                      <a:pt x="647" y="1"/>
                    </a:moveTo>
                    <a:lnTo>
                      <a:pt x="1" y="334"/>
                    </a:lnTo>
                    <a:lnTo>
                      <a:pt x="4985" y="10016"/>
                    </a:lnTo>
                    <a:lnTo>
                      <a:pt x="5632" y="9683"/>
                    </a:lnTo>
                    <a:lnTo>
                      <a:pt x="6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36;p50">
                <a:extLst>
                  <a:ext uri="{FF2B5EF4-FFF2-40B4-BE49-F238E27FC236}">
                    <a16:creationId xmlns:a16="http://schemas.microsoft.com/office/drawing/2014/main" id="{A1527BCA-75ED-4A31-4237-59FA382EC207}"/>
                  </a:ext>
                </a:extLst>
              </p:cNvPr>
              <p:cNvSpPr/>
              <p:nvPr/>
            </p:nvSpPr>
            <p:spPr>
              <a:xfrm>
                <a:off x="8326559" y="4579920"/>
                <a:ext cx="133342" cy="108441"/>
              </a:xfrm>
              <a:custGeom>
                <a:avLst/>
                <a:gdLst/>
                <a:ahLst/>
                <a:cxnLst/>
                <a:rect l="l" t="t" r="r" b="b"/>
                <a:pathLst>
                  <a:path w="7197" h="5853" extrusionOk="0">
                    <a:moveTo>
                      <a:pt x="7197" y="1"/>
                    </a:moveTo>
                    <a:lnTo>
                      <a:pt x="0" y="5853"/>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37;p50">
                <a:extLst>
                  <a:ext uri="{FF2B5EF4-FFF2-40B4-BE49-F238E27FC236}">
                    <a16:creationId xmlns:a16="http://schemas.microsoft.com/office/drawing/2014/main" id="{60F160A0-EB2E-17AA-2143-4F5AC02B4786}"/>
                  </a:ext>
                </a:extLst>
              </p:cNvPr>
              <p:cNvSpPr/>
              <p:nvPr/>
            </p:nvSpPr>
            <p:spPr>
              <a:xfrm>
                <a:off x="8322409" y="4574881"/>
                <a:ext cx="141865" cy="118854"/>
              </a:xfrm>
              <a:custGeom>
                <a:avLst/>
                <a:gdLst/>
                <a:ahLst/>
                <a:cxnLst/>
                <a:rect l="l" t="t" r="r" b="b"/>
                <a:pathLst>
                  <a:path w="7657" h="6415" extrusionOk="0">
                    <a:moveTo>
                      <a:pt x="7197" y="0"/>
                    </a:moveTo>
                    <a:lnTo>
                      <a:pt x="1" y="5851"/>
                    </a:lnTo>
                    <a:lnTo>
                      <a:pt x="459" y="6415"/>
                    </a:lnTo>
                    <a:lnTo>
                      <a:pt x="7656" y="564"/>
                    </a:lnTo>
                    <a:lnTo>
                      <a:pt x="71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38;p50">
                <a:extLst>
                  <a:ext uri="{FF2B5EF4-FFF2-40B4-BE49-F238E27FC236}">
                    <a16:creationId xmlns:a16="http://schemas.microsoft.com/office/drawing/2014/main" id="{EADFDD31-61AE-F57B-7584-201CC0965C28}"/>
                  </a:ext>
                </a:extLst>
              </p:cNvPr>
              <p:cNvSpPr/>
              <p:nvPr/>
            </p:nvSpPr>
            <p:spPr>
              <a:xfrm>
                <a:off x="8407654" y="4583718"/>
                <a:ext cx="46245" cy="40538"/>
              </a:xfrm>
              <a:custGeom>
                <a:avLst/>
                <a:gdLst/>
                <a:ahLst/>
                <a:cxnLst/>
                <a:rect l="l" t="t" r="r" b="b"/>
                <a:pathLst>
                  <a:path w="2496" h="2188" extrusionOk="0">
                    <a:moveTo>
                      <a:pt x="1248" y="1"/>
                    </a:moveTo>
                    <a:cubicBezTo>
                      <a:pt x="880" y="1"/>
                      <a:pt x="521" y="187"/>
                      <a:pt x="315" y="525"/>
                    </a:cubicBezTo>
                    <a:cubicBezTo>
                      <a:pt x="0" y="1040"/>
                      <a:pt x="162" y="1712"/>
                      <a:pt x="678" y="2027"/>
                    </a:cubicBezTo>
                    <a:cubicBezTo>
                      <a:pt x="856" y="2136"/>
                      <a:pt x="1053" y="2188"/>
                      <a:pt x="1247" y="2188"/>
                    </a:cubicBezTo>
                    <a:cubicBezTo>
                      <a:pt x="1615" y="2188"/>
                      <a:pt x="1975" y="2002"/>
                      <a:pt x="2181" y="1664"/>
                    </a:cubicBezTo>
                    <a:cubicBezTo>
                      <a:pt x="2496" y="1149"/>
                      <a:pt x="2333" y="476"/>
                      <a:pt x="1817" y="162"/>
                    </a:cubicBezTo>
                    <a:cubicBezTo>
                      <a:pt x="1639" y="53"/>
                      <a:pt x="1442" y="1"/>
                      <a:pt x="12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39;p50">
                <a:extLst>
                  <a:ext uri="{FF2B5EF4-FFF2-40B4-BE49-F238E27FC236}">
                    <a16:creationId xmlns:a16="http://schemas.microsoft.com/office/drawing/2014/main" id="{43DAB4A0-10C9-FDE5-AD6E-8BF574B1B3DE}"/>
                  </a:ext>
                </a:extLst>
              </p:cNvPr>
              <p:cNvSpPr/>
              <p:nvPr/>
            </p:nvSpPr>
            <p:spPr>
              <a:xfrm>
                <a:off x="8404764" y="4581199"/>
                <a:ext cx="49598" cy="45596"/>
              </a:xfrm>
              <a:custGeom>
                <a:avLst/>
                <a:gdLst/>
                <a:ahLst/>
                <a:cxnLst/>
                <a:rect l="l" t="t" r="r" b="b"/>
                <a:pathLst>
                  <a:path w="2677" h="2461" extrusionOk="0">
                    <a:moveTo>
                      <a:pt x="1404" y="273"/>
                    </a:moveTo>
                    <a:cubicBezTo>
                      <a:pt x="1575" y="273"/>
                      <a:pt x="1747" y="318"/>
                      <a:pt x="1903" y="414"/>
                    </a:cubicBezTo>
                    <a:cubicBezTo>
                      <a:pt x="2121" y="547"/>
                      <a:pt x="2274" y="757"/>
                      <a:pt x="2334" y="1005"/>
                    </a:cubicBezTo>
                    <a:cubicBezTo>
                      <a:pt x="2394" y="1254"/>
                      <a:pt x="2354" y="1511"/>
                      <a:pt x="2220" y="1729"/>
                    </a:cubicBezTo>
                    <a:cubicBezTo>
                      <a:pt x="2087" y="1947"/>
                      <a:pt x="1877" y="2100"/>
                      <a:pt x="1629" y="2161"/>
                    </a:cubicBezTo>
                    <a:cubicBezTo>
                      <a:pt x="1554" y="2179"/>
                      <a:pt x="1478" y="2188"/>
                      <a:pt x="1403" y="2188"/>
                    </a:cubicBezTo>
                    <a:cubicBezTo>
                      <a:pt x="1229" y="2188"/>
                      <a:pt x="1058" y="2140"/>
                      <a:pt x="904" y="2047"/>
                    </a:cubicBezTo>
                    <a:cubicBezTo>
                      <a:pt x="455" y="1771"/>
                      <a:pt x="312" y="1181"/>
                      <a:pt x="587" y="731"/>
                    </a:cubicBezTo>
                    <a:cubicBezTo>
                      <a:pt x="767" y="436"/>
                      <a:pt x="1082" y="273"/>
                      <a:pt x="1404" y="273"/>
                    </a:cubicBezTo>
                    <a:close/>
                    <a:moveTo>
                      <a:pt x="1407" y="0"/>
                    </a:moveTo>
                    <a:cubicBezTo>
                      <a:pt x="1310" y="0"/>
                      <a:pt x="1212" y="12"/>
                      <a:pt x="1115" y="35"/>
                    </a:cubicBezTo>
                    <a:cubicBezTo>
                      <a:pt x="796" y="112"/>
                      <a:pt x="525" y="309"/>
                      <a:pt x="354" y="589"/>
                    </a:cubicBezTo>
                    <a:cubicBezTo>
                      <a:pt x="1" y="1168"/>
                      <a:pt x="184" y="1926"/>
                      <a:pt x="763" y="2280"/>
                    </a:cubicBezTo>
                    <a:cubicBezTo>
                      <a:pt x="958" y="2400"/>
                      <a:pt x="1178" y="2460"/>
                      <a:pt x="1401" y="2460"/>
                    </a:cubicBezTo>
                    <a:cubicBezTo>
                      <a:pt x="1498" y="2460"/>
                      <a:pt x="1596" y="2449"/>
                      <a:pt x="1693" y="2425"/>
                    </a:cubicBezTo>
                    <a:cubicBezTo>
                      <a:pt x="2011" y="2348"/>
                      <a:pt x="2282" y="2152"/>
                      <a:pt x="2453" y="1871"/>
                    </a:cubicBezTo>
                    <a:cubicBezTo>
                      <a:pt x="2624" y="1591"/>
                      <a:pt x="2676" y="1261"/>
                      <a:pt x="2598" y="941"/>
                    </a:cubicBezTo>
                    <a:cubicBezTo>
                      <a:pt x="2522" y="623"/>
                      <a:pt x="2325" y="352"/>
                      <a:pt x="2045" y="181"/>
                    </a:cubicBezTo>
                    <a:cubicBezTo>
                      <a:pt x="1850" y="62"/>
                      <a:pt x="1631" y="0"/>
                      <a:pt x="1407" y="0"/>
                    </a:cubicBezTo>
                    <a:close/>
                  </a:path>
                </a:pathLst>
              </a:custGeom>
              <a:solidFill>
                <a:srgbClr val="6023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8" name="Picture 67">
            <a:extLst>
              <a:ext uri="{FF2B5EF4-FFF2-40B4-BE49-F238E27FC236}">
                <a16:creationId xmlns:a16="http://schemas.microsoft.com/office/drawing/2014/main" id="{A41C604C-A74C-E326-CDFE-95AC0C0D3C2E}"/>
              </a:ext>
            </a:extLst>
          </p:cNvPr>
          <p:cNvPicPr>
            <a:picLocks noChangeAspect="1"/>
          </p:cNvPicPr>
          <p:nvPr/>
        </p:nvPicPr>
        <p:blipFill>
          <a:blip r:embed="rId2"/>
          <a:stretch>
            <a:fillRect/>
          </a:stretch>
        </p:blipFill>
        <p:spPr>
          <a:xfrm>
            <a:off x="7582298" y="4745189"/>
            <a:ext cx="1502229" cy="369300"/>
          </a:xfrm>
          <a:prstGeom prst="rect">
            <a:avLst/>
          </a:prstGeom>
        </p:spPr>
      </p:pic>
    </p:spTree>
    <p:extLst>
      <p:ext uri="{BB962C8B-B14F-4D97-AF65-F5344CB8AC3E}">
        <p14:creationId xmlns:p14="http://schemas.microsoft.com/office/powerpoint/2010/main" val="2842406077"/>
      </p:ext>
    </p:extLst>
  </p:cSld>
  <p:clrMapOvr>
    <a:masterClrMapping/>
  </p:clrMapOvr>
</p:sld>
</file>

<file path=ppt/theme/theme1.xml><?xml version="1.0" encoding="utf-8"?>
<a:theme xmlns:a="http://schemas.openxmlformats.org/drawingml/2006/main" name="Employee Attendance Management System Project Proposal by Slidesgo">
  <a:themeElements>
    <a:clrScheme name="Simple Light">
      <a:dk1>
        <a:srgbClr val="491B19"/>
      </a:dk1>
      <a:lt1>
        <a:srgbClr val="F2E5DC"/>
      </a:lt1>
      <a:dk2>
        <a:srgbClr val="E0654A"/>
      </a:dk2>
      <a:lt2>
        <a:srgbClr val="DCA254"/>
      </a:lt2>
      <a:accent1>
        <a:srgbClr val="B8AE7C"/>
      </a:accent1>
      <a:accent2>
        <a:srgbClr val="5B78C8"/>
      </a:accent2>
      <a:accent3>
        <a:srgbClr val="FFFFFF"/>
      </a:accent3>
      <a:accent4>
        <a:srgbClr val="FFFFFF"/>
      </a:accent4>
      <a:accent5>
        <a:srgbClr val="FFFFFF"/>
      </a:accent5>
      <a:accent6>
        <a:srgbClr val="FFFFFF"/>
      </a:accent6>
      <a:hlink>
        <a:srgbClr val="491B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TotalTime>
  <Words>979</Words>
  <Application>Microsoft Office PowerPoint</Application>
  <PresentationFormat>On-screen Show (16:9)</PresentationFormat>
  <Paragraphs>102</Paragraphs>
  <Slides>31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Public Sans</vt:lpstr>
      <vt:lpstr>Montserrat</vt:lpstr>
      <vt:lpstr>Myanmar Text</vt:lpstr>
      <vt:lpstr>Employee Attendance Management System Project Proposal by Slidesgo</vt:lpstr>
      <vt:lpstr>PowerPoint Presentation</vt:lpstr>
      <vt:lpstr>EMPLOYEE MANAGEMENT SYSTEM</vt:lpstr>
      <vt:lpstr>INTRODUCTION</vt:lpstr>
      <vt:lpstr>OBJECTIVE OF THE PROJECT</vt:lpstr>
      <vt:lpstr>ER DIAGRAM</vt:lpstr>
      <vt:lpstr>ER DIAGRAM EXPLANATION</vt:lpstr>
      <vt:lpstr>ER DIAGRAM EXPLANATION</vt:lpstr>
      <vt:lpstr>PROBLEM STATEMENT</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Penumalli Greeshma</cp:lastModifiedBy>
  <cp:revision>4</cp:revision>
  <dcterms:modified xsi:type="dcterms:W3CDTF">2025-12-23T13:52:37Z</dcterms:modified>
</cp:coreProperties>
</file>